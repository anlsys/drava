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8" r:id="rId4"/>
  </p:sldMasterIdLst>
  <p:notesMasterIdLst>
    <p:notesMasterId r:id="rId6"/>
  </p:notesMasterIdLst>
  <p:handoutMasterIdLst>
    <p:handoutMasterId r:id="rId7"/>
  </p:handoutMasterIdLst>
  <p:sldIdLst>
    <p:sldId id="2182" r:id="rId5"/>
  </p:sldIdLst>
  <p:sldSz cx="12192000" cy="5165725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16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ruju" initials="" lastIdx="3" clrIdx="0"/>
  <p:cmAuthor id="7" name="Office of Science" initials="SC" lastIdx="1" clrIdx="7">
    <p:extLst>
      <p:ext uri="{19B8F6BF-5375-455C-9EA6-DF929625EA0E}">
        <p15:presenceInfo xmlns:p15="http://schemas.microsoft.com/office/powerpoint/2012/main" userId="Office of Science" providerId="None"/>
      </p:ext>
    </p:extLst>
  </p:cmAuthor>
  <p:cmAuthor id="1" name="OMB28" initials="OMB28" lastIdx="3" clrIdx="1"/>
  <p:cmAuthor id="8" name="BES" initials="HL" lastIdx="10" clrIdx="8">
    <p:extLst>
      <p:ext uri="{19B8F6BF-5375-455C-9EA6-DF929625EA0E}">
        <p15:presenceInfo xmlns:p15="http://schemas.microsoft.com/office/powerpoint/2012/main" userId="BES" providerId="None"/>
      </p:ext>
    </p:extLst>
  </p:cmAuthor>
  <p:cmAuthor id="2" name="Lisa Yost" initials="LY" lastIdx="1" clrIdx="2">
    <p:extLst>
      <p:ext uri="{19B8F6BF-5375-455C-9EA6-DF929625EA0E}">
        <p15:presenceInfo xmlns:p15="http://schemas.microsoft.com/office/powerpoint/2012/main" userId="Lisa Yost" providerId="None"/>
      </p:ext>
    </p:extLst>
  </p:cmAuthor>
  <p:cmAuthor id="9" name="hortlin" initials="h" lastIdx="4" clrIdx="9"/>
  <p:cmAuthor id="3" name="Pham, Sandra" initials="PS" lastIdx="47" clrIdx="3">
    <p:extLst>
      <p:ext uri="{19B8F6BF-5375-455C-9EA6-DF929625EA0E}">
        <p15:presenceInfo xmlns:p15="http://schemas.microsoft.com/office/powerpoint/2012/main" userId="Pham, Sandra" providerId="None"/>
      </p:ext>
    </p:extLst>
  </p:cmAuthor>
  <p:cmAuthor id="4" name="Sandra Pham" initials="LY" lastIdx="7" clrIdx="4">
    <p:extLst>
      <p:ext uri="{19B8F6BF-5375-455C-9EA6-DF929625EA0E}">
        <p15:presenceInfo xmlns:p15="http://schemas.microsoft.com/office/powerpoint/2012/main" userId="Sandra Pham" providerId="None"/>
      </p:ext>
    </p:extLst>
  </p:cmAuthor>
  <p:cmAuthor id="5" name="Klausing, Kathleen" initials="KK" lastIdx="1" clrIdx="5">
    <p:extLst>
      <p:ext uri="{19B8F6BF-5375-455C-9EA6-DF929625EA0E}">
        <p15:presenceInfo xmlns:p15="http://schemas.microsoft.com/office/powerpoint/2012/main" userId="Klausing, Kathleen" providerId="None"/>
      </p:ext>
    </p:extLst>
  </p:cmAuthor>
  <p:cmAuthor id="6" name="Allen, Denise" initials="DA" lastIdx="1" clrIdx="6">
    <p:extLst>
      <p:ext uri="{19B8F6BF-5375-455C-9EA6-DF929625EA0E}">
        <p15:presenceInfo xmlns:p15="http://schemas.microsoft.com/office/powerpoint/2012/main" userId="Allen, Denis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36A"/>
    <a:srgbClr val="000000"/>
    <a:srgbClr val="D64933"/>
    <a:srgbClr val="0B2C45"/>
    <a:srgbClr val="0F6636"/>
    <a:srgbClr val="106636"/>
    <a:srgbClr val="0000FF"/>
    <a:srgbClr val="F2F2F2"/>
    <a:srgbClr val="5AE838"/>
    <a:srgbClr val="9966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9DA1B-4BD8-42A4-AC79-B2AF4D0B9625}" v="58" dt="2026-04-30T10:40:53.808"/>
    <p1510:client id="{64BC5E94-DFD8-5941-AA43-B93440F75578}" v="19" dt="2026-04-30T17:29:39.067"/>
    <p1510:client id="{E0E01436-CC18-6341-A065-609E5047BF50}" v="114" dt="2026-04-29T21:02:50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/>
    <p:restoredTop sz="76712"/>
  </p:normalViewPr>
  <p:slideViewPr>
    <p:cSldViewPr snapToGrid="0">
      <p:cViewPr varScale="1">
        <p:scale>
          <a:sx n="127" d="100"/>
          <a:sy n="127" d="100"/>
        </p:scale>
        <p:origin x="216" y="184"/>
      </p:cViewPr>
      <p:guideLst>
        <p:guide orient="horz" pos="235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, Valerie E." userId="9zqN2UvlBQ3BSqjd4jIw7xrqBfmxgQ2IITD/BHM/6RM=" providerId="None" clId="Web-{0789DA1B-4BD8-42A4-AC79-B2AF4D0B9625}"/>
    <pc:docChg chg="modSld">
      <pc:chgData name="Taylor, Valerie E." userId="9zqN2UvlBQ3BSqjd4jIw7xrqBfmxgQ2IITD/BHM/6RM=" providerId="None" clId="Web-{0789DA1B-4BD8-42A4-AC79-B2AF4D0B9625}" dt="2026-04-30T10:40:53.808" v="55" actId="14100"/>
      <pc:docMkLst>
        <pc:docMk/>
      </pc:docMkLst>
      <pc:sldChg chg="modSp">
        <pc:chgData name="Taylor, Valerie E." userId="9zqN2UvlBQ3BSqjd4jIw7xrqBfmxgQ2IITD/BHM/6RM=" providerId="None" clId="Web-{0789DA1B-4BD8-42A4-AC79-B2AF4D0B9625}" dt="2026-04-30T10:40:53.808" v="55" actId="14100"/>
        <pc:sldMkLst>
          <pc:docMk/>
          <pc:sldMk cId="1930651402" sldId="1940"/>
        </pc:sldMkLst>
        <pc:spChg chg="mod">
          <ac:chgData name="Taylor, Valerie E." userId="9zqN2UvlBQ3BSqjd4jIw7xrqBfmxgQ2IITD/BHM/6RM=" providerId="None" clId="Web-{0789DA1B-4BD8-42A4-AC79-B2AF4D0B9625}" dt="2026-04-30T10:40:53.808" v="55" actId="14100"/>
          <ac:spMkLst>
            <pc:docMk/>
            <pc:sldMk cId="1930651402" sldId="1940"/>
            <ac:spMk id="9" creationId="{EE1A6CFE-8B67-A929-9050-2C7247DCEED3}"/>
          </ac:spMkLst>
        </pc:spChg>
      </pc:sldChg>
      <pc:sldChg chg="modSp">
        <pc:chgData name="Taylor, Valerie E." userId="9zqN2UvlBQ3BSqjd4jIw7xrqBfmxgQ2IITD/BHM/6RM=" providerId="None" clId="Web-{0789DA1B-4BD8-42A4-AC79-B2AF4D0B9625}" dt="2026-04-30T10:40:21.871" v="51" actId="14100"/>
        <pc:sldMkLst>
          <pc:docMk/>
          <pc:sldMk cId="3711976867" sldId="1951"/>
        </pc:sldMkLst>
        <pc:spChg chg="mod">
          <ac:chgData name="Taylor, Valerie E." userId="9zqN2UvlBQ3BSqjd4jIw7xrqBfmxgQ2IITD/BHM/6RM=" providerId="None" clId="Web-{0789DA1B-4BD8-42A4-AC79-B2AF4D0B9625}" dt="2026-04-30T10:40:00.856" v="46" actId="1076"/>
          <ac:spMkLst>
            <pc:docMk/>
            <pc:sldMk cId="3711976867" sldId="1951"/>
            <ac:spMk id="2" creationId="{C21C6D1A-46E6-BA9F-F531-9A69B6F157AD}"/>
          </ac:spMkLst>
        </pc:spChg>
        <pc:spChg chg="mod">
          <ac:chgData name="Taylor, Valerie E." userId="9zqN2UvlBQ3BSqjd4jIw7xrqBfmxgQ2IITD/BHM/6RM=" providerId="None" clId="Web-{0789DA1B-4BD8-42A4-AC79-B2AF4D0B9625}" dt="2026-04-30T10:40:21.871" v="51" actId="14100"/>
          <ac:spMkLst>
            <pc:docMk/>
            <pc:sldMk cId="3711976867" sldId="1951"/>
            <ac:spMk id="3" creationId="{6F8A5645-2F15-6E4F-0E8A-892FFF509177}"/>
          </ac:spMkLst>
        </pc:spChg>
      </pc:sldChg>
      <pc:sldChg chg="addSp">
        <pc:chgData name="Taylor, Valerie E." userId="9zqN2UvlBQ3BSqjd4jIw7xrqBfmxgQ2IITD/BHM/6RM=" providerId="None" clId="Web-{0789DA1B-4BD8-42A4-AC79-B2AF4D0B9625}" dt="2026-04-30T10:39:09.685" v="9"/>
        <pc:sldMkLst>
          <pc:docMk/>
          <pc:sldMk cId="1936789294" sldId="1957"/>
        </pc:sldMkLst>
        <pc:picChg chg="add">
          <ac:chgData name="Taylor, Valerie E." userId="9zqN2UvlBQ3BSqjd4jIw7xrqBfmxgQ2IITD/BHM/6RM=" providerId="None" clId="Web-{0789DA1B-4BD8-42A4-AC79-B2AF4D0B9625}" dt="2026-04-30T10:39:09.685" v="8"/>
          <ac:picMkLst>
            <pc:docMk/>
            <pc:sldMk cId="1936789294" sldId="1957"/>
            <ac:picMk id="5" creationId="{8D2EBA34-9808-69E8-802C-34AF5FC5DFA4}"/>
          </ac:picMkLst>
        </pc:picChg>
        <pc:picChg chg="add">
          <ac:chgData name="Taylor, Valerie E." userId="9zqN2UvlBQ3BSqjd4jIw7xrqBfmxgQ2IITD/BHM/6RM=" providerId="None" clId="Web-{0789DA1B-4BD8-42A4-AC79-B2AF4D0B9625}" dt="2026-04-30T10:39:09.685" v="9"/>
          <ac:picMkLst>
            <pc:docMk/>
            <pc:sldMk cId="1936789294" sldId="1957"/>
            <ac:picMk id="7" creationId="{E2C37691-E8A7-C70C-5A80-BCCC3197E5C9}"/>
          </ac:picMkLst>
        </pc:picChg>
      </pc:sldChg>
      <pc:sldChg chg="addSp">
        <pc:chgData name="Taylor, Valerie E." userId="9zqN2UvlBQ3BSqjd4jIw7xrqBfmxgQ2IITD/BHM/6RM=" providerId="None" clId="Web-{0789DA1B-4BD8-42A4-AC79-B2AF4D0B9625}" dt="2026-04-30T10:38:36.217" v="1"/>
        <pc:sldMkLst>
          <pc:docMk/>
          <pc:sldMk cId="2165577857" sldId="1958"/>
        </pc:sldMkLst>
        <pc:picChg chg="add">
          <ac:chgData name="Taylor, Valerie E." userId="9zqN2UvlBQ3BSqjd4jIw7xrqBfmxgQ2IITD/BHM/6RM=" providerId="None" clId="Web-{0789DA1B-4BD8-42A4-AC79-B2AF4D0B9625}" dt="2026-04-30T10:38:36.201" v="0"/>
          <ac:picMkLst>
            <pc:docMk/>
            <pc:sldMk cId="2165577857" sldId="1958"/>
            <ac:picMk id="7" creationId="{028B5DAE-7AEA-9D6F-BD96-1D0EEE25907C}"/>
          </ac:picMkLst>
        </pc:picChg>
        <pc:picChg chg="add">
          <ac:chgData name="Taylor, Valerie E." userId="9zqN2UvlBQ3BSqjd4jIw7xrqBfmxgQ2IITD/BHM/6RM=" providerId="None" clId="Web-{0789DA1B-4BD8-42A4-AC79-B2AF4D0B9625}" dt="2026-04-30T10:38:36.217" v="1"/>
          <ac:picMkLst>
            <pc:docMk/>
            <pc:sldMk cId="2165577857" sldId="1958"/>
            <ac:picMk id="9" creationId="{3D9C1401-C264-CF8B-D179-8CA2797125EC}"/>
          </ac:picMkLst>
        </pc:picChg>
      </pc:sldChg>
      <pc:sldChg chg="addSp modSp">
        <pc:chgData name="Taylor, Valerie E." userId="9zqN2UvlBQ3BSqjd4jIw7xrqBfmxgQ2IITD/BHM/6RM=" providerId="None" clId="Web-{0789DA1B-4BD8-42A4-AC79-B2AF4D0B9625}" dt="2026-04-30T10:38:57.701" v="5" actId="1076"/>
        <pc:sldMkLst>
          <pc:docMk/>
          <pc:sldMk cId="3831513768" sldId="1959"/>
        </pc:sldMkLst>
        <pc:spChg chg="mod">
          <ac:chgData name="Taylor, Valerie E." userId="9zqN2UvlBQ3BSqjd4jIw7xrqBfmxgQ2IITD/BHM/6RM=" providerId="None" clId="Web-{0789DA1B-4BD8-42A4-AC79-B2AF4D0B9625}" dt="2026-04-30T10:38:49.701" v="4" actId="1076"/>
          <ac:spMkLst>
            <pc:docMk/>
            <pc:sldMk cId="3831513768" sldId="1959"/>
            <ac:spMk id="2" creationId="{74FFC3AF-B039-57C9-9440-1916333DC88B}"/>
          </ac:spMkLst>
        </pc:spChg>
        <pc:picChg chg="add">
          <ac:chgData name="Taylor, Valerie E." userId="9zqN2UvlBQ3BSqjd4jIw7xrqBfmxgQ2IITD/BHM/6RM=" providerId="None" clId="Web-{0789DA1B-4BD8-42A4-AC79-B2AF4D0B9625}" dt="2026-04-30T10:38:42.779" v="2"/>
          <ac:picMkLst>
            <pc:docMk/>
            <pc:sldMk cId="3831513768" sldId="1959"/>
            <ac:picMk id="5" creationId="{6BAD6030-3A62-CE49-AEF0-7359CC59021D}"/>
          </ac:picMkLst>
        </pc:picChg>
        <pc:picChg chg="add mod">
          <ac:chgData name="Taylor, Valerie E." userId="9zqN2UvlBQ3BSqjd4jIw7xrqBfmxgQ2IITD/BHM/6RM=" providerId="None" clId="Web-{0789DA1B-4BD8-42A4-AC79-B2AF4D0B9625}" dt="2026-04-30T10:38:57.701" v="5" actId="1076"/>
          <ac:picMkLst>
            <pc:docMk/>
            <pc:sldMk cId="3831513768" sldId="1959"/>
            <ac:picMk id="7" creationId="{E84EC918-8FBD-49D7-C746-B0D47C78599A}"/>
          </ac:picMkLst>
        </pc:picChg>
      </pc:sldChg>
      <pc:sldChg chg="addSp">
        <pc:chgData name="Taylor, Valerie E." userId="9zqN2UvlBQ3BSqjd4jIw7xrqBfmxgQ2IITD/BHM/6RM=" providerId="None" clId="Web-{0789DA1B-4BD8-42A4-AC79-B2AF4D0B9625}" dt="2026-04-30T10:39:12.997" v="11"/>
        <pc:sldMkLst>
          <pc:docMk/>
          <pc:sldMk cId="2398283148" sldId="1960"/>
        </pc:sldMkLst>
        <pc:picChg chg="add">
          <ac:chgData name="Taylor, Valerie E." userId="9zqN2UvlBQ3BSqjd4jIw7xrqBfmxgQ2IITD/BHM/6RM=" providerId="None" clId="Web-{0789DA1B-4BD8-42A4-AC79-B2AF4D0B9625}" dt="2026-04-30T10:39:12.982" v="10"/>
          <ac:picMkLst>
            <pc:docMk/>
            <pc:sldMk cId="2398283148" sldId="1960"/>
            <ac:picMk id="5" creationId="{52D5A356-4E57-9F72-A7DC-3039FD6660F4}"/>
          </ac:picMkLst>
        </pc:picChg>
        <pc:picChg chg="add">
          <ac:chgData name="Taylor, Valerie E." userId="9zqN2UvlBQ3BSqjd4jIw7xrqBfmxgQ2IITD/BHM/6RM=" providerId="None" clId="Web-{0789DA1B-4BD8-42A4-AC79-B2AF4D0B9625}" dt="2026-04-30T10:39:12.997" v="11"/>
          <ac:picMkLst>
            <pc:docMk/>
            <pc:sldMk cId="2398283148" sldId="1960"/>
            <ac:picMk id="7" creationId="{D48E4A4D-8B83-BECD-EE66-A734329C9694}"/>
          </ac:picMkLst>
        </pc:picChg>
      </pc:sldChg>
      <pc:sldChg chg="addSp">
        <pc:chgData name="Taylor, Valerie E." userId="9zqN2UvlBQ3BSqjd4jIw7xrqBfmxgQ2IITD/BHM/6RM=" providerId="None" clId="Web-{0789DA1B-4BD8-42A4-AC79-B2AF4D0B9625}" dt="2026-04-30T10:39:05.294" v="7"/>
        <pc:sldMkLst>
          <pc:docMk/>
          <pc:sldMk cId="2293947866" sldId="1962"/>
        </pc:sldMkLst>
        <pc:picChg chg="add">
          <ac:chgData name="Taylor, Valerie E." userId="9zqN2UvlBQ3BSqjd4jIw7xrqBfmxgQ2IITD/BHM/6RM=" providerId="None" clId="Web-{0789DA1B-4BD8-42A4-AC79-B2AF4D0B9625}" dt="2026-04-30T10:39:05.279" v="6"/>
          <ac:picMkLst>
            <pc:docMk/>
            <pc:sldMk cId="2293947866" sldId="1962"/>
            <ac:picMk id="8" creationId="{FE6A6226-207D-2C0A-937F-3D7FEFAB3984}"/>
          </ac:picMkLst>
        </pc:picChg>
        <pc:picChg chg="add">
          <ac:chgData name="Taylor, Valerie E." userId="9zqN2UvlBQ3BSqjd4jIw7xrqBfmxgQ2IITD/BHM/6RM=" providerId="None" clId="Web-{0789DA1B-4BD8-42A4-AC79-B2AF4D0B9625}" dt="2026-04-30T10:39:05.294" v="7"/>
          <ac:picMkLst>
            <pc:docMk/>
            <pc:sldMk cId="2293947866" sldId="1962"/>
            <ac:picMk id="10" creationId="{886FF2E7-5AAF-1B3A-C8A6-28895500D7DD}"/>
          </ac:picMkLst>
        </pc:picChg>
      </pc:sldChg>
    </pc:docChg>
  </pc:docChgLst>
  <pc:docChgLst>
    <pc:chgData name="Shovon, Ahmedur Rahman" userId="44613170352_tp_box_2" providerId="OAuth2" clId="{E7EBB454-D0C9-53DE-B4DA-EA362CD111C6}"/>
    <pc:docChg chg="undo custSel addSld delSld modSld sldOrd modShowInfo">
      <pc:chgData name="Shovon, Ahmedur Rahman" userId="44613170352_tp_box_2" providerId="OAuth2" clId="{E7EBB454-D0C9-53DE-B4DA-EA362CD111C6}" dt="2026-04-30T17:50:11.485" v="2509" actId="2744"/>
      <pc:docMkLst>
        <pc:docMk/>
      </pc:docMkLst>
      <pc:sldChg chg="modSp mod modNotes modNotesTx">
        <pc:chgData name="Shovon, Ahmedur Rahman" userId="44613170352_tp_box_2" providerId="OAuth2" clId="{E7EBB454-D0C9-53DE-B4DA-EA362CD111C6}" dt="2026-04-30T17:25:50.630" v="2499" actId="20577"/>
        <pc:sldMkLst>
          <pc:docMk/>
          <pc:sldMk cId="1930651402" sldId="1940"/>
        </pc:sldMkLst>
        <pc:spChg chg="mod">
          <ac:chgData name="Shovon, Ahmedur Rahman" userId="44613170352_tp_box_2" providerId="OAuth2" clId="{E7EBB454-D0C9-53DE-B4DA-EA362CD111C6}" dt="2026-04-30T14:55:00.881" v="2451" actId="20577"/>
          <ac:spMkLst>
            <pc:docMk/>
            <pc:sldMk cId="1930651402" sldId="1940"/>
            <ac:spMk id="2" creationId="{C0ED11C0-0B4E-4A9B-9978-226831B3CF02}"/>
          </ac:spMkLst>
        </pc:spChg>
      </pc:sldChg>
      <pc:sldChg chg="modNotes modNotesTx">
        <pc:chgData name="Shovon, Ahmedur Rahman" userId="44613170352_tp_box_2" providerId="OAuth2" clId="{E7EBB454-D0C9-53DE-B4DA-EA362CD111C6}" dt="2026-04-30T17:29:39.103" v="2508" actId="27636"/>
        <pc:sldMkLst>
          <pc:docMk/>
          <pc:sldMk cId="4142303962" sldId="1942"/>
        </pc:sldMkLst>
      </pc:sldChg>
      <pc:sldChg chg="modNotesTx">
        <pc:chgData name="Shovon, Ahmedur Rahman" userId="44613170352_tp_box_2" providerId="OAuth2" clId="{E7EBB454-D0C9-53DE-B4DA-EA362CD111C6}" dt="2026-04-30T17:27:02.020" v="2501" actId="20577"/>
        <pc:sldMkLst>
          <pc:docMk/>
          <pc:sldMk cId="476504280" sldId="1946"/>
        </pc:sldMkLst>
      </pc:sldChg>
      <pc:sldChg chg="addSp modSp mod modNotesTx">
        <pc:chgData name="Shovon, Ahmedur Rahman" userId="44613170352_tp_box_2" providerId="OAuth2" clId="{E7EBB454-D0C9-53DE-B4DA-EA362CD111C6}" dt="2026-04-30T17:27:28.056" v="2503" actId="20577"/>
        <pc:sldMkLst>
          <pc:docMk/>
          <pc:sldMk cId="3094016034" sldId="1947"/>
        </pc:sldMkLst>
        <pc:spChg chg="add mod">
          <ac:chgData name="Shovon, Ahmedur Rahman" userId="44613170352_tp_box_2" providerId="OAuth2" clId="{E7EBB454-D0C9-53DE-B4DA-EA362CD111C6}" dt="2026-04-29T20:12:37.627" v="1915" actId="20577"/>
          <ac:spMkLst>
            <pc:docMk/>
            <pc:sldMk cId="3094016034" sldId="1947"/>
            <ac:spMk id="10" creationId="{EAE6F562-CADB-7A03-11A8-AEADE19B75B2}"/>
          </ac:spMkLst>
        </pc:spChg>
      </pc:sldChg>
      <pc:sldChg chg="modSp mod">
        <pc:chgData name="Shovon, Ahmedur Rahman" userId="44613170352_tp_box_2" providerId="OAuth2" clId="{E7EBB454-D0C9-53DE-B4DA-EA362CD111C6}" dt="2026-04-30T15:19:21.102" v="2458" actId="27636"/>
        <pc:sldMkLst>
          <pc:docMk/>
          <pc:sldMk cId="3711976867" sldId="1951"/>
        </pc:sldMkLst>
        <pc:spChg chg="mod">
          <ac:chgData name="Shovon, Ahmedur Rahman" userId="44613170352_tp_box_2" providerId="OAuth2" clId="{E7EBB454-D0C9-53DE-B4DA-EA362CD111C6}" dt="2026-04-30T15:19:21.102" v="2458" actId="27636"/>
          <ac:spMkLst>
            <pc:docMk/>
            <pc:sldMk cId="3711976867" sldId="1951"/>
            <ac:spMk id="3" creationId="{6F8A5645-2F15-6E4F-0E8A-892FFF509177}"/>
          </ac:spMkLst>
        </pc:spChg>
      </pc:sldChg>
      <pc:sldChg chg="addSp modSp">
        <pc:chgData name="Shovon, Ahmedur Rahman" userId="44613170352_tp_box_2" providerId="OAuth2" clId="{E7EBB454-D0C9-53DE-B4DA-EA362CD111C6}" dt="2026-04-29T20:12:57.171" v="1917"/>
        <pc:sldMkLst>
          <pc:docMk/>
          <pc:sldMk cId="4279763938" sldId="1953"/>
        </pc:sldMkLst>
        <pc:picChg chg="add mod">
          <ac:chgData name="Shovon, Ahmedur Rahman" userId="44613170352_tp_box_2" providerId="OAuth2" clId="{E7EBB454-D0C9-53DE-B4DA-EA362CD111C6}" dt="2026-04-29T20:12:51.549" v="1916"/>
          <ac:picMkLst>
            <pc:docMk/>
            <pc:sldMk cId="4279763938" sldId="1953"/>
            <ac:picMk id="2" creationId="{077FBE2E-E80E-1B2D-740F-2F51645E89E3}"/>
          </ac:picMkLst>
        </pc:picChg>
        <pc:picChg chg="add mod">
          <ac:chgData name="Shovon, Ahmedur Rahman" userId="44613170352_tp_box_2" providerId="OAuth2" clId="{E7EBB454-D0C9-53DE-B4DA-EA362CD111C6}" dt="2026-04-29T20:12:51.549" v="1916"/>
          <ac:picMkLst>
            <pc:docMk/>
            <pc:sldMk cId="4279763938" sldId="1953"/>
            <ac:picMk id="5" creationId="{1868F39C-54B3-51F3-E24C-928C07A0E8F1}"/>
          </ac:picMkLst>
        </pc:picChg>
        <pc:picChg chg="add mod">
          <ac:chgData name="Shovon, Ahmedur Rahman" userId="44613170352_tp_box_2" providerId="OAuth2" clId="{E7EBB454-D0C9-53DE-B4DA-EA362CD111C6}" dt="2026-04-29T20:12:57.171" v="1917"/>
          <ac:picMkLst>
            <pc:docMk/>
            <pc:sldMk cId="4279763938" sldId="1953"/>
            <ac:picMk id="6" creationId="{55C86C20-768A-DFC0-D2CC-E2774F36D176}"/>
          </ac:picMkLst>
        </pc:picChg>
      </pc:sldChg>
      <pc:sldChg chg="del">
        <pc:chgData name="Shovon, Ahmedur Rahman" userId="44613170352_tp_box_2" providerId="OAuth2" clId="{E7EBB454-D0C9-53DE-B4DA-EA362CD111C6}" dt="2026-04-29T20:29:29.842" v="1932" actId="2696"/>
        <pc:sldMkLst>
          <pc:docMk/>
          <pc:sldMk cId="3992203611" sldId="1954"/>
        </pc:sldMkLst>
      </pc:sldChg>
      <pc:sldChg chg="del">
        <pc:chgData name="Shovon, Ahmedur Rahman" userId="44613170352_tp_box_2" providerId="OAuth2" clId="{E7EBB454-D0C9-53DE-B4DA-EA362CD111C6}" dt="2026-04-29T20:29:29.849" v="1933" actId="2696"/>
        <pc:sldMkLst>
          <pc:docMk/>
          <pc:sldMk cId="1276830013" sldId="1955"/>
        </pc:sldMkLst>
      </pc:sldChg>
      <pc:sldChg chg="addSp modSp ord modNotesTx">
        <pc:chgData name="Shovon, Ahmedur Rahman" userId="44613170352_tp_box_2" providerId="OAuth2" clId="{E7EBB454-D0C9-53DE-B4DA-EA362CD111C6}" dt="2026-04-30T17:29:00.263" v="2505" actId="20577"/>
        <pc:sldMkLst>
          <pc:docMk/>
          <pc:sldMk cId="1936789294" sldId="1957"/>
        </pc:sldMkLst>
        <pc:picChg chg="add mod">
          <ac:chgData name="Shovon, Ahmedur Rahman" userId="44613170352_tp_box_2" providerId="OAuth2" clId="{E7EBB454-D0C9-53DE-B4DA-EA362CD111C6}" dt="2026-04-30T15:24:44.645" v="2483"/>
          <ac:picMkLst>
            <pc:docMk/>
            <pc:sldMk cId="1936789294" sldId="1957"/>
            <ac:picMk id="2" creationId="{C9339444-8F2E-C803-6000-EC4F1A64D25D}"/>
          </ac:picMkLst>
        </pc:picChg>
      </pc:sldChg>
      <pc:sldChg chg="addSp modSp mod">
        <pc:chgData name="Shovon, Ahmedur Rahman" userId="44613170352_tp_box_2" providerId="OAuth2" clId="{E7EBB454-D0C9-53DE-B4DA-EA362CD111C6}" dt="2026-04-30T15:24:24.605" v="2479"/>
        <pc:sldMkLst>
          <pc:docMk/>
          <pc:sldMk cId="2165577857" sldId="1958"/>
        </pc:sldMkLst>
        <pc:spChg chg="mod">
          <ac:chgData name="Shovon, Ahmedur Rahman" userId="44613170352_tp_box_2" providerId="OAuth2" clId="{E7EBB454-D0C9-53DE-B4DA-EA362CD111C6}" dt="2026-04-29T20:07:22.961" v="1886" actId="20577"/>
          <ac:spMkLst>
            <pc:docMk/>
            <pc:sldMk cId="2165577857" sldId="1958"/>
            <ac:spMk id="3" creationId="{DE0690FF-5036-852F-A7B9-A82182AC888F}"/>
          </ac:spMkLst>
        </pc:spChg>
        <pc:picChg chg="add mod">
          <ac:chgData name="Shovon, Ahmedur Rahman" userId="44613170352_tp_box_2" providerId="OAuth2" clId="{E7EBB454-D0C9-53DE-B4DA-EA362CD111C6}" dt="2026-04-30T15:24:24.605" v="2479"/>
          <ac:picMkLst>
            <pc:docMk/>
            <pc:sldMk cId="2165577857" sldId="1958"/>
            <ac:picMk id="6" creationId="{B182EED7-3062-0CF7-297C-006127C208BC}"/>
          </ac:picMkLst>
        </pc:picChg>
      </pc:sldChg>
      <pc:sldChg chg="addSp delSp modSp mod">
        <pc:chgData name="Shovon, Ahmedur Rahman" userId="44613170352_tp_box_2" providerId="OAuth2" clId="{E7EBB454-D0C9-53DE-B4DA-EA362CD111C6}" dt="2026-04-30T15:24:30.395" v="2480"/>
        <pc:sldMkLst>
          <pc:docMk/>
          <pc:sldMk cId="3831513768" sldId="1959"/>
        </pc:sldMkLst>
        <pc:spChg chg="mod">
          <ac:chgData name="Shovon, Ahmedur Rahman" userId="44613170352_tp_box_2" providerId="OAuth2" clId="{E7EBB454-D0C9-53DE-B4DA-EA362CD111C6}" dt="2026-04-29T20:37:53.984" v="2003" actId="20577"/>
          <ac:spMkLst>
            <pc:docMk/>
            <pc:sldMk cId="3831513768" sldId="1959"/>
            <ac:spMk id="2" creationId="{74FFC3AF-B039-57C9-9440-1916333DC88B}"/>
          </ac:spMkLst>
        </pc:spChg>
        <pc:spChg chg="del">
          <ac:chgData name="Shovon, Ahmedur Rahman" userId="44613170352_tp_box_2" providerId="OAuth2" clId="{E7EBB454-D0C9-53DE-B4DA-EA362CD111C6}" dt="2026-04-29T20:25:58.107" v="1928" actId="478"/>
          <ac:spMkLst>
            <pc:docMk/>
            <pc:sldMk cId="3831513768" sldId="1959"/>
            <ac:spMk id="5" creationId="{151ACAD2-8693-1281-7D22-2F7E6869F929}"/>
          </ac:spMkLst>
        </pc:spChg>
        <pc:spChg chg="del mod">
          <ac:chgData name="Shovon, Ahmedur Rahman" userId="44613170352_tp_box_2" providerId="OAuth2" clId="{E7EBB454-D0C9-53DE-B4DA-EA362CD111C6}" dt="2026-04-29T20:25:56.201" v="1927" actId="478"/>
          <ac:spMkLst>
            <pc:docMk/>
            <pc:sldMk cId="3831513768" sldId="1959"/>
            <ac:spMk id="7" creationId="{0572B123-E183-FA54-082C-20A7987BDF0F}"/>
          </ac:spMkLst>
        </pc:spChg>
        <pc:spChg chg="add mod">
          <ac:chgData name="Shovon, Ahmedur Rahman" userId="44613170352_tp_box_2" providerId="OAuth2" clId="{E7EBB454-D0C9-53DE-B4DA-EA362CD111C6}" dt="2026-04-29T20:45:02.639" v="2342" actId="20577"/>
          <ac:spMkLst>
            <pc:docMk/>
            <pc:sldMk cId="3831513768" sldId="1959"/>
            <ac:spMk id="11" creationId="{38C2C908-3508-2170-1E45-9F28D633BC87}"/>
          </ac:spMkLst>
        </pc:spChg>
        <pc:picChg chg="add del mod">
          <ac:chgData name="Shovon, Ahmedur Rahman" userId="44613170352_tp_box_2" providerId="OAuth2" clId="{E7EBB454-D0C9-53DE-B4DA-EA362CD111C6}" dt="2026-04-29T20:29:49.962" v="1936" actId="478"/>
          <ac:picMkLst>
            <pc:docMk/>
            <pc:sldMk cId="3831513768" sldId="1959"/>
            <ac:picMk id="3" creationId="{0CD90E4D-407A-E70B-7E8D-52A80BFC8E76}"/>
          </ac:picMkLst>
        </pc:picChg>
        <pc:picChg chg="add mod">
          <ac:chgData name="Shovon, Ahmedur Rahman" userId="44613170352_tp_box_2" providerId="OAuth2" clId="{E7EBB454-D0C9-53DE-B4DA-EA362CD111C6}" dt="2026-04-30T15:24:30.395" v="2480"/>
          <ac:picMkLst>
            <pc:docMk/>
            <pc:sldMk cId="3831513768" sldId="1959"/>
            <ac:picMk id="3" creationId="{B98D3D4E-BBD2-CDB8-7156-2ED62C9FAF4D}"/>
          </ac:picMkLst>
        </pc:picChg>
        <pc:picChg chg="del">
          <ac:chgData name="Shovon, Ahmedur Rahman" userId="44613170352_tp_box_2" providerId="OAuth2" clId="{E7EBB454-D0C9-53DE-B4DA-EA362CD111C6}" dt="2026-04-29T20:25:21.793" v="1920" actId="478"/>
          <ac:picMkLst>
            <pc:docMk/>
            <pc:sldMk cId="3831513768" sldId="1959"/>
            <ac:picMk id="6" creationId="{24EED1D6-A76C-0044-FB46-91EEB66592C2}"/>
          </ac:picMkLst>
        </pc:picChg>
        <pc:picChg chg="add del mod">
          <ac:chgData name="Shovon, Ahmedur Rahman" userId="44613170352_tp_box_2" providerId="OAuth2" clId="{E7EBB454-D0C9-53DE-B4DA-EA362CD111C6}" dt="2026-04-29T20:31:45.104" v="1940" actId="478"/>
          <ac:picMkLst>
            <pc:docMk/>
            <pc:sldMk cId="3831513768" sldId="1959"/>
            <ac:picMk id="8" creationId="{335E2332-F03A-B127-8F17-7B9DB1F8888A}"/>
          </ac:picMkLst>
        </pc:picChg>
        <pc:picChg chg="add del mod">
          <ac:chgData name="Shovon, Ahmedur Rahman" userId="44613170352_tp_box_2" providerId="OAuth2" clId="{E7EBB454-D0C9-53DE-B4DA-EA362CD111C6}" dt="2026-04-29T20:41:20.128" v="2087" actId="478"/>
          <ac:picMkLst>
            <pc:docMk/>
            <pc:sldMk cId="3831513768" sldId="1959"/>
            <ac:picMk id="9" creationId="{26ECEC10-68AE-CAAE-1F5C-43434B012729}"/>
          </ac:picMkLst>
        </pc:picChg>
        <pc:picChg chg="add mod">
          <ac:chgData name="Shovon, Ahmedur Rahman" userId="44613170352_tp_box_2" providerId="OAuth2" clId="{E7EBB454-D0C9-53DE-B4DA-EA362CD111C6}" dt="2026-04-29T20:41:34.231" v="2091" actId="1076"/>
          <ac:picMkLst>
            <pc:docMk/>
            <pc:sldMk cId="3831513768" sldId="1959"/>
            <ac:picMk id="10" creationId="{D1B7DE8A-E5F0-A87C-1469-99D76854AD5D}"/>
          </ac:picMkLst>
        </pc:picChg>
      </pc:sldChg>
      <pc:sldChg chg="addSp modSp new mod chgLayout">
        <pc:chgData name="Shovon, Ahmedur Rahman" userId="44613170352_tp_box_2" providerId="OAuth2" clId="{E7EBB454-D0C9-53DE-B4DA-EA362CD111C6}" dt="2026-04-30T15:25:28.443" v="2485"/>
        <pc:sldMkLst>
          <pc:docMk/>
          <pc:sldMk cId="2398283148" sldId="1960"/>
        </pc:sldMkLst>
        <pc:spChg chg="mod ord">
          <ac:chgData name="Shovon, Ahmedur Rahman" userId="44613170352_tp_box_2" providerId="OAuth2" clId="{E7EBB454-D0C9-53DE-B4DA-EA362CD111C6}" dt="2026-04-29T15:27:03.941" v="1" actId="700"/>
          <ac:spMkLst>
            <pc:docMk/>
            <pc:sldMk cId="2398283148" sldId="1960"/>
            <ac:spMk id="2" creationId="{0DCBF340-0720-855B-8B35-5E7FE0D120BF}"/>
          </ac:spMkLst>
        </pc:spChg>
        <pc:spChg chg="add mod">
          <ac:chgData name="Shovon, Ahmedur Rahman" userId="44613170352_tp_box_2" providerId="OAuth2" clId="{E7EBB454-D0C9-53DE-B4DA-EA362CD111C6}" dt="2026-04-29T15:27:22.172" v="14" actId="255"/>
          <ac:spMkLst>
            <pc:docMk/>
            <pc:sldMk cId="2398283148" sldId="1960"/>
            <ac:spMk id="3" creationId="{F9B31CAB-2DDA-5641-A366-866BE8F0648E}"/>
          </ac:spMkLst>
        </pc:spChg>
        <pc:picChg chg="add mod">
          <ac:chgData name="Shovon, Ahmedur Rahman" userId="44613170352_tp_box_2" providerId="OAuth2" clId="{E7EBB454-D0C9-53DE-B4DA-EA362CD111C6}" dt="2026-04-30T15:25:28.443" v="2485"/>
          <ac:picMkLst>
            <pc:docMk/>
            <pc:sldMk cId="2398283148" sldId="1960"/>
            <ac:picMk id="4" creationId="{55452B3B-0067-776C-C852-E1E344BA32F6}"/>
          </ac:picMkLst>
        </pc:picChg>
      </pc:sldChg>
      <pc:sldChg chg="addSp delSp modSp new mod modClrScheme addAnim delAnim modAnim chgLayout">
        <pc:chgData name="Shovon, Ahmedur Rahman" userId="44613170352_tp_box_2" providerId="OAuth2" clId="{E7EBB454-D0C9-53DE-B4DA-EA362CD111C6}" dt="2026-04-30T15:25:54.391" v="2486"/>
        <pc:sldMkLst>
          <pc:docMk/>
          <pc:sldMk cId="1625003" sldId="1961"/>
        </pc:sldMkLst>
        <pc:spChg chg="del mod ord">
          <ac:chgData name="Shovon, Ahmedur Rahman" userId="44613170352_tp_box_2" providerId="OAuth2" clId="{E7EBB454-D0C9-53DE-B4DA-EA362CD111C6}" dt="2026-04-29T15:27:43.979" v="16" actId="700"/>
          <ac:spMkLst>
            <pc:docMk/>
            <pc:sldMk cId="1625003" sldId="1961"/>
            <ac:spMk id="2" creationId="{207FA7F9-17EB-FF4D-D660-9B89DB37CA99}"/>
          </ac:spMkLst>
        </pc:spChg>
        <pc:spChg chg="del mod ord">
          <ac:chgData name="Shovon, Ahmedur Rahman" userId="44613170352_tp_box_2" providerId="OAuth2" clId="{E7EBB454-D0C9-53DE-B4DA-EA362CD111C6}" dt="2026-04-29T15:27:43.979" v="16" actId="700"/>
          <ac:spMkLst>
            <pc:docMk/>
            <pc:sldMk cId="1625003" sldId="1961"/>
            <ac:spMk id="3" creationId="{08DADA35-EB93-1219-C0C4-2C202BD882F5}"/>
          </ac:spMkLst>
        </pc:spChg>
        <pc:spChg chg="del">
          <ac:chgData name="Shovon, Ahmedur Rahman" userId="44613170352_tp_box_2" providerId="OAuth2" clId="{E7EBB454-D0C9-53DE-B4DA-EA362CD111C6}" dt="2026-04-29T15:27:43.979" v="16" actId="700"/>
          <ac:spMkLst>
            <pc:docMk/>
            <pc:sldMk cId="1625003" sldId="1961"/>
            <ac:spMk id="4" creationId="{2B8BF991-C234-D300-71BC-6D3719833EE6}"/>
          </ac:spMkLst>
        </pc:spChg>
        <pc:spChg chg="mod ord">
          <ac:chgData name="Shovon, Ahmedur Rahman" userId="44613170352_tp_box_2" providerId="OAuth2" clId="{E7EBB454-D0C9-53DE-B4DA-EA362CD111C6}" dt="2026-04-29T15:27:43.979" v="16" actId="700"/>
          <ac:spMkLst>
            <pc:docMk/>
            <pc:sldMk cId="1625003" sldId="1961"/>
            <ac:spMk id="5" creationId="{A6F216E9-C3DC-6958-077C-D24ED5F3E6CA}"/>
          </ac:spMkLst>
        </pc:spChg>
        <pc:spChg chg="add mod ord">
          <ac:chgData name="Shovon, Ahmedur Rahman" userId="44613170352_tp_box_2" providerId="OAuth2" clId="{E7EBB454-D0C9-53DE-B4DA-EA362CD111C6}" dt="2026-04-29T19:02:37.036" v="801" actId="20577"/>
          <ac:spMkLst>
            <pc:docMk/>
            <pc:sldMk cId="1625003" sldId="1961"/>
            <ac:spMk id="6" creationId="{000C7FDA-0757-5814-C768-50E149C3FFED}"/>
          </ac:spMkLst>
        </pc:spChg>
        <pc:spChg chg="add del mod ord">
          <ac:chgData name="Shovon, Ahmedur Rahman" userId="44613170352_tp_box_2" providerId="OAuth2" clId="{E7EBB454-D0C9-53DE-B4DA-EA362CD111C6}" dt="2026-04-29T15:38:16.486" v="20" actId="1032"/>
          <ac:spMkLst>
            <pc:docMk/>
            <pc:sldMk cId="1625003" sldId="1961"/>
            <ac:spMk id="7" creationId="{C7C1D644-572B-DE3D-6F81-93853837DFAC}"/>
          </ac:spMkLst>
        </pc:spChg>
        <pc:spChg chg="add del mod">
          <ac:chgData name="Shovon, Ahmedur Rahman" userId="44613170352_tp_box_2" providerId="OAuth2" clId="{E7EBB454-D0C9-53DE-B4DA-EA362CD111C6}" dt="2026-04-29T15:40:08.786" v="25" actId="478"/>
          <ac:spMkLst>
            <pc:docMk/>
            <pc:sldMk cId="1625003" sldId="1961"/>
            <ac:spMk id="10" creationId="{C4B3757E-C804-1DA1-D406-B1253D6C86A8}"/>
          </ac:spMkLst>
        </pc:spChg>
        <pc:spChg chg="add mod">
          <ac:chgData name="Shovon, Ahmedur Rahman" userId="44613170352_tp_box_2" providerId="OAuth2" clId="{E7EBB454-D0C9-53DE-B4DA-EA362CD111C6}" dt="2026-04-29T17:44:49.513" v="489" actId="11530"/>
          <ac:spMkLst>
            <pc:docMk/>
            <pc:sldMk cId="1625003" sldId="1961"/>
            <ac:spMk id="11" creationId="{35BC14A8-F93C-1F89-FF4F-D34A40139574}"/>
          </ac:spMkLst>
        </pc:spChg>
        <pc:spChg chg="add mod">
          <ac:chgData name="Shovon, Ahmedur Rahman" userId="44613170352_tp_box_2" providerId="OAuth2" clId="{E7EBB454-D0C9-53DE-B4DA-EA362CD111C6}" dt="2026-04-29T15:59:11.405" v="117" actId="207"/>
          <ac:spMkLst>
            <pc:docMk/>
            <pc:sldMk cId="1625003" sldId="1961"/>
            <ac:spMk id="12" creationId="{E5A680C4-16C6-5A48-AA97-64C709D156D7}"/>
          </ac:spMkLst>
        </pc:spChg>
        <pc:spChg chg="add mod">
          <ac:chgData name="Shovon, Ahmedur Rahman" userId="44613170352_tp_box_2" providerId="OAuth2" clId="{E7EBB454-D0C9-53DE-B4DA-EA362CD111C6}" dt="2026-04-29T17:36:49.530" v="323" actId="1076"/>
          <ac:spMkLst>
            <pc:docMk/>
            <pc:sldMk cId="1625003" sldId="1961"/>
            <ac:spMk id="13" creationId="{A0C56F1E-D188-4A92-8B25-A7E622F33520}"/>
          </ac:spMkLst>
        </pc:spChg>
        <pc:spChg chg="add mod">
          <ac:chgData name="Shovon, Ahmedur Rahman" userId="44613170352_tp_box_2" providerId="OAuth2" clId="{E7EBB454-D0C9-53DE-B4DA-EA362CD111C6}" dt="2026-04-29T19:34:29.974" v="1373" actId="1035"/>
          <ac:spMkLst>
            <pc:docMk/>
            <pc:sldMk cId="1625003" sldId="1961"/>
            <ac:spMk id="15" creationId="{A36B0B95-DC5B-4F46-2CD2-03F7C26CAD47}"/>
          </ac:spMkLst>
        </pc:spChg>
        <pc:spChg chg="add del mod">
          <ac:chgData name="Shovon, Ahmedur Rahman" userId="44613170352_tp_box_2" providerId="OAuth2" clId="{E7EBB454-D0C9-53DE-B4DA-EA362CD111C6}" dt="2026-04-29T16:04:45.304" v="179" actId="478"/>
          <ac:spMkLst>
            <pc:docMk/>
            <pc:sldMk cId="1625003" sldId="1961"/>
            <ac:spMk id="17" creationId="{FF6BC82A-4A25-6D0C-049E-CA10A65CBD43}"/>
          </ac:spMkLst>
        </pc:spChg>
        <pc:spChg chg="add mod">
          <ac:chgData name="Shovon, Ahmedur Rahman" userId="44613170352_tp_box_2" providerId="OAuth2" clId="{E7EBB454-D0C9-53DE-B4DA-EA362CD111C6}" dt="2026-04-29T17:36:49.530" v="323" actId="1076"/>
          <ac:spMkLst>
            <pc:docMk/>
            <pc:sldMk cId="1625003" sldId="1961"/>
            <ac:spMk id="18" creationId="{51D129CE-A3B6-7C51-FE2F-8797FC2F4E65}"/>
          </ac:spMkLst>
        </pc:spChg>
        <pc:spChg chg="add del">
          <ac:chgData name="Shovon, Ahmedur Rahman" userId="44613170352_tp_box_2" providerId="OAuth2" clId="{E7EBB454-D0C9-53DE-B4DA-EA362CD111C6}" dt="2026-04-29T16:04:29.431" v="177" actId="478"/>
          <ac:spMkLst>
            <pc:docMk/>
            <pc:sldMk cId="1625003" sldId="1961"/>
            <ac:spMk id="19" creationId="{B110B1DC-A9A6-A7D4-95D3-4B7B06CB7163}"/>
          </ac:spMkLst>
        </pc:spChg>
        <pc:spChg chg="add mod topLvl">
          <ac:chgData name="Shovon, Ahmedur Rahman" userId="44613170352_tp_box_2" providerId="OAuth2" clId="{E7EBB454-D0C9-53DE-B4DA-EA362CD111C6}" dt="2026-04-29T19:56:53.864" v="1866" actId="165"/>
          <ac:spMkLst>
            <pc:docMk/>
            <pc:sldMk cId="1625003" sldId="1961"/>
            <ac:spMk id="20" creationId="{94B2BD27-9149-46FB-80D3-16F2175E45C2}"/>
          </ac:spMkLst>
        </pc:spChg>
        <pc:spChg chg="add del mod">
          <ac:chgData name="Shovon, Ahmedur Rahman" userId="44613170352_tp_box_2" providerId="OAuth2" clId="{E7EBB454-D0C9-53DE-B4DA-EA362CD111C6}" dt="2026-04-29T16:10:51.740" v="251" actId="478"/>
          <ac:spMkLst>
            <pc:docMk/>
            <pc:sldMk cId="1625003" sldId="1961"/>
            <ac:spMk id="21" creationId="{532C3759-EFC1-EB18-4AD6-7B2C87D1EA27}"/>
          </ac:spMkLst>
        </pc:spChg>
        <pc:spChg chg="add del mod">
          <ac:chgData name="Shovon, Ahmedur Rahman" userId="44613170352_tp_box_2" providerId="OAuth2" clId="{E7EBB454-D0C9-53DE-B4DA-EA362CD111C6}" dt="2026-04-29T16:10:51.740" v="251" actId="478"/>
          <ac:spMkLst>
            <pc:docMk/>
            <pc:sldMk cId="1625003" sldId="1961"/>
            <ac:spMk id="22" creationId="{879AF67E-EFC5-EAFB-B353-BC48E7E19C98}"/>
          </ac:spMkLst>
        </pc:spChg>
        <pc:spChg chg="add del mod">
          <ac:chgData name="Shovon, Ahmedur Rahman" userId="44613170352_tp_box_2" providerId="OAuth2" clId="{E7EBB454-D0C9-53DE-B4DA-EA362CD111C6}" dt="2026-04-29T16:10:51.740" v="251" actId="478"/>
          <ac:spMkLst>
            <pc:docMk/>
            <pc:sldMk cId="1625003" sldId="1961"/>
            <ac:spMk id="23" creationId="{5162680E-B0BB-BFE6-8CBF-F5472D2C3E72}"/>
          </ac:spMkLst>
        </pc:spChg>
        <pc:spChg chg="add del mod">
          <ac:chgData name="Shovon, Ahmedur Rahman" userId="44613170352_tp_box_2" providerId="OAuth2" clId="{E7EBB454-D0C9-53DE-B4DA-EA362CD111C6}" dt="2026-04-29T16:10:51.740" v="251" actId="478"/>
          <ac:spMkLst>
            <pc:docMk/>
            <pc:sldMk cId="1625003" sldId="1961"/>
            <ac:spMk id="25" creationId="{C0256558-9C1E-CE0B-391C-0305ACA06314}"/>
          </ac:spMkLst>
        </pc:spChg>
        <pc:spChg chg="add del mod">
          <ac:chgData name="Shovon, Ahmedur Rahman" userId="44613170352_tp_box_2" providerId="OAuth2" clId="{E7EBB454-D0C9-53DE-B4DA-EA362CD111C6}" dt="2026-04-29T16:10:51.740" v="251" actId="478"/>
          <ac:spMkLst>
            <pc:docMk/>
            <pc:sldMk cId="1625003" sldId="1961"/>
            <ac:spMk id="27" creationId="{0406251A-EACE-2D24-E362-E6B49946F29D}"/>
          </ac:spMkLst>
        </pc:spChg>
        <pc:spChg chg="add del mod">
          <ac:chgData name="Shovon, Ahmedur Rahman" userId="44613170352_tp_box_2" providerId="OAuth2" clId="{E7EBB454-D0C9-53DE-B4DA-EA362CD111C6}" dt="2026-04-29T16:11:14.587" v="253" actId="478"/>
          <ac:spMkLst>
            <pc:docMk/>
            <pc:sldMk cId="1625003" sldId="1961"/>
            <ac:spMk id="28" creationId="{CA9F4D8D-280A-C8B4-84B4-99F514E27C3D}"/>
          </ac:spMkLst>
        </pc:spChg>
        <pc:spChg chg="add del mod">
          <ac:chgData name="Shovon, Ahmedur Rahman" userId="44613170352_tp_box_2" providerId="OAuth2" clId="{E7EBB454-D0C9-53DE-B4DA-EA362CD111C6}" dt="2026-04-29T16:06:01.405" v="192" actId="767"/>
          <ac:spMkLst>
            <pc:docMk/>
            <pc:sldMk cId="1625003" sldId="1961"/>
            <ac:spMk id="29" creationId="{7AFFFF4A-FD96-6218-5D69-227BEE9572B6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0" creationId="{E53631CB-BA0B-8511-E267-C1EF75DE912E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1" creationId="{C9982DDB-907C-DEBD-D10C-EB034A8D4A2F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2" creationId="{47A654CB-DEC2-702D-3F56-BF5C946A90C3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4" creationId="{F6DAC566-6513-B917-DFA6-DF8FF06E53FF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6" creationId="{AE2D803B-8033-33A0-8295-785952334FCF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7" creationId="{A9A9E876-E941-B2F2-FD48-D7E3BDA0CD41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8" creationId="{5566CE1E-A487-2835-CF5B-218497387A38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39" creationId="{E02D65F5-1829-FDFB-B615-DD50B8C6144A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40" creationId="{BA88E393-4F22-D44A-A1A7-005490C738D6}"/>
          </ac:spMkLst>
        </pc:spChg>
        <pc:spChg chg="add del mod">
          <ac:chgData name="Shovon, Ahmedur Rahman" userId="44613170352_tp_box_2" providerId="OAuth2" clId="{E7EBB454-D0C9-53DE-B4DA-EA362CD111C6}" dt="2026-04-29T16:10:40.866" v="250" actId="478"/>
          <ac:spMkLst>
            <pc:docMk/>
            <pc:sldMk cId="1625003" sldId="1961"/>
            <ac:spMk id="42" creationId="{E310945D-9BF5-160E-3654-E9549E46356D}"/>
          </ac:spMkLst>
        </pc:spChg>
        <pc:spChg chg="add mod">
          <ac:chgData name="Shovon, Ahmedur Rahman" userId="44613170352_tp_box_2" providerId="OAuth2" clId="{E7EBB454-D0C9-53DE-B4DA-EA362CD111C6}" dt="2026-04-29T16:09:29.356" v="248" actId="1076"/>
          <ac:spMkLst>
            <pc:docMk/>
            <pc:sldMk cId="1625003" sldId="1961"/>
            <ac:spMk id="44" creationId="{B5FC8390-B356-97A6-A345-18D6F9DC6764}"/>
          </ac:spMkLst>
        </pc:spChg>
        <pc:spChg chg="add del mod">
          <ac:chgData name="Shovon, Ahmedur Rahman" userId="44613170352_tp_box_2" providerId="OAuth2" clId="{E7EBB454-D0C9-53DE-B4DA-EA362CD111C6}" dt="2026-04-29T16:09:34.024" v="249" actId="478"/>
          <ac:spMkLst>
            <pc:docMk/>
            <pc:sldMk cId="1625003" sldId="1961"/>
            <ac:spMk id="45" creationId="{D11C3F00-FF58-7D70-95E2-AE89C827A804}"/>
          </ac:spMkLst>
        </pc:spChg>
        <pc:spChg chg="add mod topLvl">
          <ac:chgData name="Shovon, Ahmedur Rahman" userId="44613170352_tp_box_2" providerId="OAuth2" clId="{E7EBB454-D0C9-53DE-B4DA-EA362CD111C6}" dt="2026-04-29T19:56:53.864" v="1866" actId="165"/>
          <ac:spMkLst>
            <pc:docMk/>
            <pc:sldMk cId="1625003" sldId="1961"/>
            <ac:spMk id="46" creationId="{5698B06C-0AEA-FBE1-1BD5-504D41EEC9AE}"/>
          </ac:spMkLst>
        </pc:spChg>
        <pc:spChg chg="add mod topLvl">
          <ac:chgData name="Shovon, Ahmedur Rahman" userId="44613170352_tp_box_2" providerId="OAuth2" clId="{E7EBB454-D0C9-53DE-B4DA-EA362CD111C6}" dt="2026-04-29T19:56:53.864" v="1866" actId="165"/>
          <ac:spMkLst>
            <pc:docMk/>
            <pc:sldMk cId="1625003" sldId="1961"/>
            <ac:spMk id="47" creationId="{0C448BF7-87CC-0FD2-D64C-91A0B6132532}"/>
          </ac:spMkLst>
        </pc:spChg>
        <pc:spChg chg="add mod topLvl">
          <ac:chgData name="Shovon, Ahmedur Rahman" userId="44613170352_tp_box_2" providerId="OAuth2" clId="{E7EBB454-D0C9-53DE-B4DA-EA362CD111C6}" dt="2026-04-29T19:51:43.998" v="1855" actId="165"/>
          <ac:spMkLst>
            <pc:docMk/>
            <pc:sldMk cId="1625003" sldId="1961"/>
            <ac:spMk id="48" creationId="{AB52B2D7-947F-A364-B4B6-5C976BEB028D}"/>
          </ac:spMkLst>
        </pc:spChg>
        <pc:spChg chg="add mod topLvl">
          <ac:chgData name="Shovon, Ahmedur Rahman" userId="44613170352_tp_box_2" providerId="OAuth2" clId="{E7EBB454-D0C9-53DE-B4DA-EA362CD111C6}" dt="2026-04-29T19:56:53.864" v="1866" actId="165"/>
          <ac:spMkLst>
            <pc:docMk/>
            <pc:sldMk cId="1625003" sldId="1961"/>
            <ac:spMk id="50" creationId="{0A646171-80AA-368B-A8EF-DAEF319DE432}"/>
          </ac:spMkLst>
        </pc:spChg>
        <pc:spChg chg="add mod topLvl">
          <ac:chgData name="Shovon, Ahmedur Rahman" userId="44613170352_tp_box_2" providerId="OAuth2" clId="{E7EBB454-D0C9-53DE-B4DA-EA362CD111C6}" dt="2026-04-29T19:56:53.864" v="1866" actId="165"/>
          <ac:spMkLst>
            <pc:docMk/>
            <pc:sldMk cId="1625003" sldId="1961"/>
            <ac:spMk id="52" creationId="{9EE3744B-6E7B-605B-F543-70DF3F3ABE0A}"/>
          </ac:spMkLst>
        </pc:spChg>
        <pc:spChg chg="add del mod">
          <ac:chgData name="Shovon, Ahmedur Rahman" userId="44613170352_tp_box_2" providerId="OAuth2" clId="{E7EBB454-D0C9-53DE-B4DA-EA362CD111C6}" dt="2026-04-29T16:20:26.356" v="311" actId="478"/>
          <ac:spMkLst>
            <pc:docMk/>
            <pc:sldMk cId="1625003" sldId="1961"/>
            <ac:spMk id="53" creationId="{6DF3E530-9490-ECEF-FBFE-2D51E518FB7D}"/>
          </ac:spMkLst>
        </pc:spChg>
        <pc:spChg chg="add mod">
          <ac:chgData name="Shovon, Ahmedur Rahman" userId="44613170352_tp_box_2" providerId="OAuth2" clId="{E7EBB454-D0C9-53DE-B4DA-EA362CD111C6}" dt="2026-04-29T17:36:49.530" v="323" actId="1076"/>
          <ac:spMkLst>
            <pc:docMk/>
            <pc:sldMk cId="1625003" sldId="1961"/>
            <ac:spMk id="57" creationId="{13FEC658-69DF-900E-7756-5EDDDDF7A7CF}"/>
          </ac:spMkLst>
        </pc:spChg>
        <pc:spChg chg="add mod">
          <ac:chgData name="Shovon, Ahmedur Rahman" userId="44613170352_tp_box_2" providerId="OAuth2" clId="{E7EBB454-D0C9-53DE-B4DA-EA362CD111C6}" dt="2026-04-29T19:00:50.679" v="734" actId="11530"/>
          <ac:spMkLst>
            <pc:docMk/>
            <pc:sldMk cId="1625003" sldId="1961"/>
            <ac:spMk id="58" creationId="{F4886EE8-1762-DA11-49C6-191689E4ABB8}"/>
          </ac:spMkLst>
        </pc:spChg>
        <pc:spChg chg="add mod">
          <ac:chgData name="Shovon, Ahmedur Rahman" userId="44613170352_tp_box_2" providerId="OAuth2" clId="{E7EBB454-D0C9-53DE-B4DA-EA362CD111C6}" dt="2026-04-29T17:40:17.113" v="408" actId="20577"/>
          <ac:spMkLst>
            <pc:docMk/>
            <pc:sldMk cId="1625003" sldId="1961"/>
            <ac:spMk id="59" creationId="{76298743-851C-FE31-144B-F31134B0BBD9}"/>
          </ac:spMkLst>
        </pc:spChg>
        <pc:spChg chg="add mod">
          <ac:chgData name="Shovon, Ahmedur Rahman" userId="44613170352_tp_box_2" providerId="OAuth2" clId="{E7EBB454-D0C9-53DE-B4DA-EA362CD111C6}" dt="2026-04-29T20:58:09.192" v="2368" actId="20577"/>
          <ac:spMkLst>
            <pc:docMk/>
            <pc:sldMk cId="1625003" sldId="1961"/>
            <ac:spMk id="60" creationId="{A8FEE1DF-BE5E-CBE2-AD1D-8DCB67C44C3A}"/>
          </ac:spMkLst>
        </pc:spChg>
        <pc:spChg chg="add del mod">
          <ac:chgData name="Shovon, Ahmedur Rahman" userId="44613170352_tp_box_2" providerId="OAuth2" clId="{E7EBB454-D0C9-53DE-B4DA-EA362CD111C6}" dt="2026-04-29T19:12:05.120" v="884" actId="478"/>
          <ac:spMkLst>
            <pc:docMk/>
            <pc:sldMk cId="1625003" sldId="1961"/>
            <ac:spMk id="61" creationId="{6F230534-6D3F-3904-F4A7-3254F69D4D95}"/>
          </ac:spMkLst>
        </pc:spChg>
        <pc:spChg chg="add mod">
          <ac:chgData name="Shovon, Ahmedur Rahman" userId="44613170352_tp_box_2" providerId="OAuth2" clId="{E7EBB454-D0C9-53DE-B4DA-EA362CD111C6}" dt="2026-04-29T17:40:09.305" v="400" actId="20577"/>
          <ac:spMkLst>
            <pc:docMk/>
            <pc:sldMk cId="1625003" sldId="1961"/>
            <ac:spMk id="62" creationId="{0C0A5892-4FED-B04E-AD38-BAFD212E1E35}"/>
          </ac:spMkLst>
        </pc:spChg>
        <pc:spChg chg="add mod">
          <ac:chgData name="Shovon, Ahmedur Rahman" userId="44613170352_tp_box_2" providerId="OAuth2" clId="{E7EBB454-D0C9-53DE-B4DA-EA362CD111C6}" dt="2026-04-29T17:37:29.408" v="326" actId="1076"/>
          <ac:spMkLst>
            <pc:docMk/>
            <pc:sldMk cId="1625003" sldId="1961"/>
            <ac:spMk id="65" creationId="{599072F6-9EFC-0249-3EEF-DA88B2F6BF5A}"/>
          </ac:spMkLst>
        </pc:spChg>
        <pc:spChg chg="add mod">
          <ac:chgData name="Shovon, Ahmedur Rahman" userId="44613170352_tp_box_2" providerId="OAuth2" clId="{E7EBB454-D0C9-53DE-B4DA-EA362CD111C6}" dt="2026-04-29T19:18:56.968" v="1147" actId="1076"/>
          <ac:spMkLst>
            <pc:docMk/>
            <pc:sldMk cId="1625003" sldId="1961"/>
            <ac:spMk id="66" creationId="{51D2D31D-B3E4-6B33-E523-5A8539291AC3}"/>
          </ac:spMkLst>
        </pc:spChg>
        <pc:spChg chg="add mod">
          <ac:chgData name="Shovon, Ahmedur Rahman" userId="44613170352_tp_box_2" providerId="OAuth2" clId="{E7EBB454-D0C9-53DE-B4DA-EA362CD111C6}" dt="2026-04-29T17:40:40.139" v="459" actId="20577"/>
          <ac:spMkLst>
            <pc:docMk/>
            <pc:sldMk cId="1625003" sldId="1961"/>
            <ac:spMk id="67" creationId="{B15C7633-31AD-683B-E412-456A28B7B0D4}"/>
          </ac:spMkLst>
        </pc:spChg>
        <pc:spChg chg="add mod">
          <ac:chgData name="Shovon, Ahmedur Rahman" userId="44613170352_tp_box_2" providerId="OAuth2" clId="{E7EBB454-D0C9-53DE-B4DA-EA362CD111C6}" dt="2026-04-29T17:41:01.019" v="482" actId="20577"/>
          <ac:spMkLst>
            <pc:docMk/>
            <pc:sldMk cId="1625003" sldId="1961"/>
            <ac:spMk id="68" creationId="{FCC156CF-6EDE-966F-63A8-166E595851DF}"/>
          </ac:spMkLst>
        </pc:spChg>
        <pc:spChg chg="add del mod">
          <ac:chgData name="Shovon, Ahmedur Rahman" userId="44613170352_tp_box_2" providerId="OAuth2" clId="{E7EBB454-D0C9-53DE-B4DA-EA362CD111C6}" dt="2026-04-29T19:13:27.145" v="892" actId="478"/>
          <ac:spMkLst>
            <pc:docMk/>
            <pc:sldMk cId="1625003" sldId="1961"/>
            <ac:spMk id="69" creationId="{9828833B-248A-655E-33B2-FC227279307F}"/>
          </ac:spMkLst>
        </pc:spChg>
        <pc:spChg chg="add mod">
          <ac:chgData name="Shovon, Ahmedur Rahman" userId="44613170352_tp_box_2" providerId="OAuth2" clId="{E7EBB454-D0C9-53DE-B4DA-EA362CD111C6}" dt="2026-04-29T17:40:11.555" v="401" actId="20577"/>
          <ac:spMkLst>
            <pc:docMk/>
            <pc:sldMk cId="1625003" sldId="1961"/>
            <ac:spMk id="70" creationId="{D5F3ADF4-BAC3-994B-676F-D4C88F15FCA7}"/>
          </ac:spMkLst>
        </pc:spChg>
        <pc:spChg chg="add del mod">
          <ac:chgData name="Shovon, Ahmedur Rahman" userId="44613170352_tp_box_2" providerId="OAuth2" clId="{E7EBB454-D0C9-53DE-B4DA-EA362CD111C6}" dt="2026-04-29T17:44:18.272" v="487"/>
          <ac:spMkLst>
            <pc:docMk/>
            <pc:sldMk cId="1625003" sldId="1961"/>
            <ac:spMk id="73" creationId="{37BFF6C9-4A26-4FD0-B1ED-FDADC535E489}"/>
          </ac:spMkLst>
        </pc:spChg>
        <pc:spChg chg="add mod">
          <ac:chgData name="Shovon, Ahmedur Rahman" userId="44613170352_tp_box_2" providerId="OAuth2" clId="{E7EBB454-D0C9-53DE-B4DA-EA362CD111C6}" dt="2026-04-29T21:02:52.410" v="2444" actId="14100"/>
          <ac:spMkLst>
            <pc:docMk/>
            <pc:sldMk cId="1625003" sldId="1961"/>
            <ac:spMk id="74" creationId="{2B7D686E-8896-7395-A304-2FFB8B9C206F}"/>
          </ac:spMkLst>
        </pc:spChg>
        <pc:spChg chg="add mod">
          <ac:chgData name="Shovon, Ahmedur Rahman" userId="44613170352_tp_box_2" providerId="OAuth2" clId="{E7EBB454-D0C9-53DE-B4DA-EA362CD111C6}" dt="2026-04-29T21:02:52.008" v="2443" actId="1036"/>
          <ac:spMkLst>
            <pc:docMk/>
            <pc:sldMk cId="1625003" sldId="1961"/>
            <ac:spMk id="75" creationId="{F5853EBB-0D78-683C-19BC-9F55E0ED4173}"/>
          </ac:spMkLst>
        </pc:spChg>
        <pc:spChg chg="add mod">
          <ac:chgData name="Shovon, Ahmedur Rahman" userId="44613170352_tp_box_2" providerId="OAuth2" clId="{E7EBB454-D0C9-53DE-B4DA-EA362CD111C6}" dt="2026-04-29T17:50:06.965" v="545"/>
          <ac:spMkLst>
            <pc:docMk/>
            <pc:sldMk cId="1625003" sldId="1961"/>
            <ac:spMk id="76" creationId="{7472A4D7-7C94-1334-51E1-E1B8B5DB3CCE}"/>
          </ac:spMkLst>
        </pc:spChg>
        <pc:spChg chg="add mod">
          <ac:chgData name="Shovon, Ahmedur Rahman" userId="44613170352_tp_box_2" providerId="OAuth2" clId="{E7EBB454-D0C9-53DE-B4DA-EA362CD111C6}" dt="2026-04-29T19:12:47.486" v="891" actId="14100"/>
          <ac:spMkLst>
            <pc:docMk/>
            <pc:sldMk cId="1625003" sldId="1961"/>
            <ac:spMk id="77" creationId="{46BA54AF-CA52-5682-80EA-A61EAB817F7D}"/>
          </ac:spMkLst>
        </pc:spChg>
        <pc:spChg chg="add del mod">
          <ac:chgData name="Shovon, Ahmedur Rahman" userId="44613170352_tp_box_2" providerId="OAuth2" clId="{E7EBB454-D0C9-53DE-B4DA-EA362CD111C6}" dt="2026-04-29T19:43:31.069" v="1752" actId="478"/>
          <ac:spMkLst>
            <pc:docMk/>
            <pc:sldMk cId="1625003" sldId="1961"/>
            <ac:spMk id="78" creationId="{37D42963-9987-97F3-AAD5-133F3A9D2467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79" creationId="{0FA679D6-524A-EB61-64AC-DB8A709C24EB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80" creationId="{52280E24-EEE0-0230-765D-C2C87717098F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81" creationId="{EB8BC332-F8B7-7AD8-BAA7-129F2D70DEA6}"/>
          </ac:spMkLst>
        </pc:spChg>
        <pc:spChg chg="add del mod">
          <ac:chgData name="Shovon, Ahmedur Rahman" userId="44613170352_tp_box_2" providerId="OAuth2" clId="{E7EBB454-D0C9-53DE-B4DA-EA362CD111C6}" dt="2026-04-29T17:55:34.450" v="626" actId="478"/>
          <ac:spMkLst>
            <pc:docMk/>
            <pc:sldMk cId="1625003" sldId="1961"/>
            <ac:spMk id="82" creationId="{34CDF066-9BDD-1F94-BA29-834159DCA6C3}"/>
          </ac:spMkLst>
        </pc:spChg>
        <pc:spChg chg="add del mod">
          <ac:chgData name="Shovon, Ahmedur Rahman" userId="44613170352_tp_box_2" providerId="OAuth2" clId="{E7EBB454-D0C9-53DE-B4DA-EA362CD111C6}" dt="2026-04-29T17:54:40.743" v="618" actId="478"/>
          <ac:spMkLst>
            <pc:docMk/>
            <pc:sldMk cId="1625003" sldId="1961"/>
            <ac:spMk id="83" creationId="{D78F1394-8AF4-5AC2-F374-D6F4F254BD1A}"/>
          </ac:spMkLst>
        </pc:spChg>
        <pc:spChg chg="add del mod">
          <ac:chgData name="Shovon, Ahmedur Rahman" userId="44613170352_tp_box_2" providerId="OAuth2" clId="{E7EBB454-D0C9-53DE-B4DA-EA362CD111C6}" dt="2026-04-29T17:54:39.063" v="616" actId="478"/>
          <ac:spMkLst>
            <pc:docMk/>
            <pc:sldMk cId="1625003" sldId="1961"/>
            <ac:spMk id="84" creationId="{96574BBC-75C0-E4DB-3EBA-6D6F6CFD1366}"/>
          </ac:spMkLst>
        </pc:spChg>
        <pc:spChg chg="add del mod">
          <ac:chgData name="Shovon, Ahmedur Rahman" userId="44613170352_tp_box_2" providerId="OAuth2" clId="{E7EBB454-D0C9-53DE-B4DA-EA362CD111C6}" dt="2026-04-29T17:54:39.839" v="617" actId="478"/>
          <ac:spMkLst>
            <pc:docMk/>
            <pc:sldMk cId="1625003" sldId="1961"/>
            <ac:spMk id="85" creationId="{FD6EA929-DD72-15A1-3384-5C1F8DE5EE73}"/>
          </ac:spMkLst>
        </pc:spChg>
        <pc:spChg chg="add del mod">
          <ac:chgData name="Shovon, Ahmedur Rahman" userId="44613170352_tp_box_2" providerId="OAuth2" clId="{E7EBB454-D0C9-53DE-B4DA-EA362CD111C6}" dt="2026-04-29T17:55:32.897" v="625" actId="478"/>
          <ac:spMkLst>
            <pc:docMk/>
            <pc:sldMk cId="1625003" sldId="1961"/>
            <ac:spMk id="86" creationId="{2AB8F6EF-67A6-6CC9-817E-9F7681D3AA10}"/>
          </ac:spMkLst>
        </pc:spChg>
        <pc:spChg chg="add del mod">
          <ac:chgData name="Shovon, Ahmedur Rahman" userId="44613170352_tp_box_2" providerId="OAuth2" clId="{E7EBB454-D0C9-53DE-B4DA-EA362CD111C6}" dt="2026-04-29T17:55:32.041" v="624" actId="478"/>
          <ac:spMkLst>
            <pc:docMk/>
            <pc:sldMk cId="1625003" sldId="1961"/>
            <ac:spMk id="87" creationId="{59110AC5-08E1-CEF3-DFF2-E94A8D1E34AB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88" creationId="{70AA1AA3-6804-B4D2-FDBF-BCFC94B5C0C0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89" creationId="{E845CBC3-F078-D765-B3B1-136970F61B4B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90" creationId="{53B52C2F-C4B1-2B74-8CA8-3EAE00D13225}"/>
          </ac:spMkLst>
        </pc:spChg>
        <pc:spChg chg="add mod">
          <ac:chgData name="Shovon, Ahmedur Rahman" userId="44613170352_tp_box_2" providerId="OAuth2" clId="{E7EBB454-D0C9-53DE-B4DA-EA362CD111C6}" dt="2026-04-29T21:02:52.883" v="2445" actId="1076"/>
          <ac:spMkLst>
            <pc:docMk/>
            <pc:sldMk cId="1625003" sldId="1961"/>
            <ac:spMk id="91" creationId="{1E99003D-8995-E23B-FF7B-5716A3DA295D}"/>
          </ac:spMkLst>
        </pc:spChg>
        <pc:spChg chg="add del mod">
          <ac:chgData name="Shovon, Ahmedur Rahman" userId="44613170352_tp_box_2" providerId="OAuth2" clId="{E7EBB454-D0C9-53DE-B4DA-EA362CD111C6}" dt="2026-04-29T18:55:29.702" v="700" actId="478"/>
          <ac:spMkLst>
            <pc:docMk/>
            <pc:sldMk cId="1625003" sldId="1961"/>
            <ac:spMk id="92" creationId="{4D7C1208-8BC4-0D4F-2798-E602249B0E7A}"/>
          </ac:spMkLst>
        </pc:spChg>
        <pc:spChg chg="add mod">
          <ac:chgData name="Shovon, Ahmedur Rahman" userId="44613170352_tp_box_2" providerId="OAuth2" clId="{E7EBB454-D0C9-53DE-B4DA-EA362CD111C6}" dt="2026-04-29T19:21:17.645" v="1181" actId="1076"/>
          <ac:spMkLst>
            <pc:docMk/>
            <pc:sldMk cId="1625003" sldId="1961"/>
            <ac:spMk id="93" creationId="{08351B6F-AEF8-ED52-22BE-4A3DB7013469}"/>
          </ac:spMkLst>
        </pc:spChg>
        <pc:spChg chg="add mod">
          <ac:chgData name="Shovon, Ahmedur Rahman" userId="44613170352_tp_box_2" providerId="OAuth2" clId="{E7EBB454-D0C9-53DE-B4DA-EA362CD111C6}" dt="2026-04-29T19:01:44.350" v="738" actId="17032"/>
          <ac:spMkLst>
            <pc:docMk/>
            <pc:sldMk cId="1625003" sldId="1961"/>
            <ac:spMk id="94" creationId="{B4BE395D-8A13-CBB7-2887-9FD5A7427DD1}"/>
          </ac:spMkLst>
        </pc:spChg>
        <pc:spChg chg="add mod">
          <ac:chgData name="Shovon, Ahmedur Rahman" userId="44613170352_tp_box_2" providerId="OAuth2" clId="{E7EBB454-D0C9-53DE-B4DA-EA362CD111C6}" dt="2026-04-29T19:01:44.350" v="738" actId="17032"/>
          <ac:spMkLst>
            <pc:docMk/>
            <pc:sldMk cId="1625003" sldId="1961"/>
            <ac:spMk id="95" creationId="{BCD8CC8F-424F-B301-4EB1-D45D6CAD0F11}"/>
          </ac:spMkLst>
        </pc:spChg>
        <pc:spChg chg="add mod">
          <ac:chgData name="Shovon, Ahmedur Rahman" userId="44613170352_tp_box_2" providerId="OAuth2" clId="{E7EBB454-D0C9-53DE-B4DA-EA362CD111C6}" dt="2026-04-29T19:06:41.464" v="831" actId="1076"/>
          <ac:spMkLst>
            <pc:docMk/>
            <pc:sldMk cId="1625003" sldId="1961"/>
            <ac:spMk id="114" creationId="{FD4A592A-3C51-D844-73CA-84EB3067CE34}"/>
          </ac:spMkLst>
        </pc:spChg>
        <pc:spChg chg="add mod">
          <ac:chgData name="Shovon, Ahmedur Rahman" userId="44613170352_tp_box_2" providerId="OAuth2" clId="{E7EBB454-D0C9-53DE-B4DA-EA362CD111C6}" dt="2026-04-29T19:07:00.673" v="835" actId="1076"/>
          <ac:spMkLst>
            <pc:docMk/>
            <pc:sldMk cId="1625003" sldId="1961"/>
            <ac:spMk id="115" creationId="{DD12A491-C902-C4CE-17E5-B3C4D99F940F}"/>
          </ac:spMkLst>
        </pc:spChg>
        <pc:spChg chg="mod">
          <ac:chgData name="Shovon, Ahmedur Rahman" userId="44613170352_tp_box_2" providerId="OAuth2" clId="{E7EBB454-D0C9-53DE-B4DA-EA362CD111C6}" dt="2026-04-29T19:07:16.351" v="837"/>
          <ac:spMkLst>
            <pc:docMk/>
            <pc:sldMk cId="1625003" sldId="1961"/>
            <ac:spMk id="119" creationId="{06C6E106-FBAD-00FB-83C6-6074CE4C7DDF}"/>
          </ac:spMkLst>
        </pc:spChg>
        <pc:spChg chg="mod">
          <ac:chgData name="Shovon, Ahmedur Rahman" userId="44613170352_tp_box_2" providerId="OAuth2" clId="{E7EBB454-D0C9-53DE-B4DA-EA362CD111C6}" dt="2026-04-29T19:09:31.610" v="867" actId="20577"/>
          <ac:spMkLst>
            <pc:docMk/>
            <pc:sldMk cId="1625003" sldId="1961"/>
            <ac:spMk id="120" creationId="{090BB19D-FEC2-C245-20C7-ED3E577C8450}"/>
          </ac:spMkLst>
        </pc:spChg>
        <pc:spChg chg="mod">
          <ac:chgData name="Shovon, Ahmedur Rahman" userId="44613170352_tp_box_2" providerId="OAuth2" clId="{E7EBB454-D0C9-53DE-B4DA-EA362CD111C6}" dt="2026-04-29T19:07:51.733" v="842"/>
          <ac:spMkLst>
            <pc:docMk/>
            <pc:sldMk cId="1625003" sldId="1961"/>
            <ac:spMk id="123" creationId="{AB6D2DAB-549D-56E4-A9DA-B235A6C88923}"/>
          </ac:spMkLst>
        </pc:spChg>
        <pc:spChg chg="mod">
          <ac:chgData name="Shovon, Ahmedur Rahman" userId="44613170352_tp_box_2" providerId="OAuth2" clId="{E7EBB454-D0C9-53DE-B4DA-EA362CD111C6}" dt="2026-04-29T19:09:39.871" v="871" actId="20577"/>
          <ac:spMkLst>
            <pc:docMk/>
            <pc:sldMk cId="1625003" sldId="1961"/>
            <ac:spMk id="124" creationId="{034F1056-422B-F091-BA5F-881EC3148144}"/>
          </ac:spMkLst>
        </pc:spChg>
        <pc:spChg chg="mod">
          <ac:chgData name="Shovon, Ahmedur Rahman" userId="44613170352_tp_box_2" providerId="OAuth2" clId="{E7EBB454-D0C9-53DE-B4DA-EA362CD111C6}" dt="2026-04-29T19:08:15.012" v="845"/>
          <ac:spMkLst>
            <pc:docMk/>
            <pc:sldMk cId="1625003" sldId="1961"/>
            <ac:spMk id="127" creationId="{33029192-D2C0-66AA-57A0-954943B1A888}"/>
          </ac:spMkLst>
        </pc:spChg>
        <pc:spChg chg="mod">
          <ac:chgData name="Shovon, Ahmedur Rahman" userId="44613170352_tp_box_2" providerId="OAuth2" clId="{E7EBB454-D0C9-53DE-B4DA-EA362CD111C6}" dt="2026-04-29T19:09:35.509" v="869" actId="20577"/>
          <ac:spMkLst>
            <pc:docMk/>
            <pc:sldMk cId="1625003" sldId="1961"/>
            <ac:spMk id="128" creationId="{14957F19-141A-702F-DFDE-0DF3642CF5DE}"/>
          </ac:spMkLst>
        </pc:spChg>
        <pc:spChg chg="add mod">
          <ac:chgData name="Shovon, Ahmedur Rahman" userId="44613170352_tp_box_2" providerId="OAuth2" clId="{E7EBB454-D0C9-53DE-B4DA-EA362CD111C6}" dt="2026-04-29T19:30:05.986" v="1363" actId="20577"/>
          <ac:spMkLst>
            <pc:docMk/>
            <pc:sldMk cId="1625003" sldId="1961"/>
            <ac:spMk id="142" creationId="{12628699-1656-39EB-326E-E50A5EE3F6D6}"/>
          </ac:spMkLst>
        </pc:spChg>
        <pc:spChg chg="add mod">
          <ac:chgData name="Shovon, Ahmedur Rahman" userId="44613170352_tp_box_2" providerId="OAuth2" clId="{E7EBB454-D0C9-53DE-B4DA-EA362CD111C6}" dt="2026-04-29T19:35:13.777" v="1379" actId="1076"/>
          <ac:spMkLst>
            <pc:docMk/>
            <pc:sldMk cId="1625003" sldId="1961"/>
            <ac:spMk id="143" creationId="{30FD4DEE-3895-F6BC-818E-7B6DF9D79E9A}"/>
          </ac:spMkLst>
        </pc:spChg>
        <pc:spChg chg="add mod">
          <ac:chgData name="Shovon, Ahmedur Rahman" userId="44613170352_tp_box_2" providerId="OAuth2" clId="{E7EBB454-D0C9-53DE-B4DA-EA362CD111C6}" dt="2026-04-29T19:14:25.200" v="900"/>
          <ac:spMkLst>
            <pc:docMk/>
            <pc:sldMk cId="1625003" sldId="1961"/>
            <ac:spMk id="144" creationId="{886C41AD-0369-4EAD-EFAB-683F08F28EC0}"/>
          </ac:spMkLst>
        </pc:spChg>
        <pc:spChg chg="add mod">
          <ac:chgData name="Shovon, Ahmedur Rahman" userId="44613170352_tp_box_2" providerId="OAuth2" clId="{E7EBB454-D0C9-53DE-B4DA-EA362CD111C6}" dt="2026-04-29T19:14:25.200" v="900"/>
          <ac:spMkLst>
            <pc:docMk/>
            <pc:sldMk cId="1625003" sldId="1961"/>
            <ac:spMk id="145" creationId="{EB7FE9CC-D093-4470-DE36-E40D68FB776F}"/>
          </ac:spMkLst>
        </pc:spChg>
        <pc:spChg chg="add mod">
          <ac:chgData name="Shovon, Ahmedur Rahman" userId="44613170352_tp_box_2" providerId="OAuth2" clId="{E7EBB454-D0C9-53DE-B4DA-EA362CD111C6}" dt="2026-04-29T19:14:25.200" v="900"/>
          <ac:spMkLst>
            <pc:docMk/>
            <pc:sldMk cId="1625003" sldId="1961"/>
            <ac:spMk id="146" creationId="{5310A649-B66C-F020-FFC3-037B12CBDFFC}"/>
          </ac:spMkLst>
        </pc:spChg>
        <pc:spChg chg="add mod">
          <ac:chgData name="Shovon, Ahmedur Rahman" userId="44613170352_tp_box_2" providerId="OAuth2" clId="{E7EBB454-D0C9-53DE-B4DA-EA362CD111C6}" dt="2026-04-29T19:14:25.200" v="900"/>
          <ac:spMkLst>
            <pc:docMk/>
            <pc:sldMk cId="1625003" sldId="1961"/>
            <ac:spMk id="147" creationId="{6C19D415-B48D-9C62-1247-78B836D0B29D}"/>
          </ac:spMkLst>
        </pc:spChg>
        <pc:spChg chg="add mod">
          <ac:chgData name="Shovon, Ahmedur Rahman" userId="44613170352_tp_box_2" providerId="OAuth2" clId="{E7EBB454-D0C9-53DE-B4DA-EA362CD111C6}" dt="2026-04-29T19:14:25.200" v="900"/>
          <ac:spMkLst>
            <pc:docMk/>
            <pc:sldMk cId="1625003" sldId="1961"/>
            <ac:spMk id="148" creationId="{3F57388C-4B75-E24C-0318-140EAC305391}"/>
          </ac:spMkLst>
        </pc:spChg>
        <pc:spChg chg="add mod">
          <ac:chgData name="Shovon, Ahmedur Rahman" userId="44613170352_tp_box_2" providerId="OAuth2" clId="{E7EBB454-D0C9-53DE-B4DA-EA362CD111C6}" dt="2026-04-29T19:14:52.584" v="960" actId="14100"/>
          <ac:spMkLst>
            <pc:docMk/>
            <pc:sldMk cId="1625003" sldId="1961"/>
            <ac:spMk id="151" creationId="{50489A7D-D1BD-4658-5E81-F7FD674D537A}"/>
          </ac:spMkLst>
        </pc:spChg>
        <pc:spChg chg="add mod">
          <ac:chgData name="Shovon, Ahmedur Rahman" userId="44613170352_tp_box_2" providerId="OAuth2" clId="{E7EBB454-D0C9-53DE-B4DA-EA362CD111C6}" dt="2026-04-29T19:28:40.757" v="1249" actId="20577"/>
          <ac:spMkLst>
            <pc:docMk/>
            <pc:sldMk cId="1625003" sldId="1961"/>
            <ac:spMk id="152" creationId="{B26DF4C3-9E2B-949E-92BC-20C8EB5A61D3}"/>
          </ac:spMkLst>
        </pc:spChg>
        <pc:spChg chg="add mod">
          <ac:chgData name="Shovon, Ahmedur Rahman" userId="44613170352_tp_box_2" providerId="OAuth2" clId="{E7EBB454-D0C9-53DE-B4DA-EA362CD111C6}" dt="2026-04-29T19:14:52.584" v="960" actId="14100"/>
          <ac:spMkLst>
            <pc:docMk/>
            <pc:sldMk cId="1625003" sldId="1961"/>
            <ac:spMk id="153" creationId="{330EACA9-F822-61C6-7078-D1F65DEABB79}"/>
          </ac:spMkLst>
        </pc:spChg>
        <pc:spChg chg="add mod">
          <ac:chgData name="Shovon, Ahmedur Rahman" userId="44613170352_tp_box_2" providerId="OAuth2" clId="{E7EBB454-D0C9-53DE-B4DA-EA362CD111C6}" dt="2026-04-29T19:15:22.192" v="986" actId="20577"/>
          <ac:spMkLst>
            <pc:docMk/>
            <pc:sldMk cId="1625003" sldId="1961"/>
            <ac:spMk id="154" creationId="{6795EA18-DCF4-35E1-6D72-37B171B2B0AF}"/>
          </ac:spMkLst>
        </pc:spChg>
        <pc:spChg chg="add mod">
          <ac:chgData name="Shovon, Ahmedur Rahman" userId="44613170352_tp_box_2" providerId="OAuth2" clId="{E7EBB454-D0C9-53DE-B4DA-EA362CD111C6}" dt="2026-04-29T19:16:38.889" v="1049" actId="20577"/>
          <ac:spMkLst>
            <pc:docMk/>
            <pc:sldMk cId="1625003" sldId="1961"/>
            <ac:spMk id="155" creationId="{DFCE3F7E-B8F5-2366-68D1-B118DB18A77F}"/>
          </ac:spMkLst>
        </pc:spChg>
        <pc:spChg chg="add mod">
          <ac:chgData name="Shovon, Ahmedur Rahman" userId="44613170352_tp_box_2" providerId="OAuth2" clId="{E7EBB454-D0C9-53DE-B4DA-EA362CD111C6}" dt="2026-04-29T19:16:49.507" v="1070" actId="20577"/>
          <ac:spMkLst>
            <pc:docMk/>
            <pc:sldMk cId="1625003" sldId="1961"/>
            <ac:spMk id="156" creationId="{1A7660BC-7E1F-9D15-FE19-90DDC4C25301}"/>
          </ac:spMkLst>
        </pc:spChg>
        <pc:spChg chg="add mod">
          <ac:chgData name="Shovon, Ahmedur Rahman" userId="44613170352_tp_box_2" providerId="OAuth2" clId="{E7EBB454-D0C9-53DE-B4DA-EA362CD111C6}" dt="2026-04-29T19:17:19.492" v="1117" actId="20577"/>
          <ac:spMkLst>
            <pc:docMk/>
            <pc:sldMk cId="1625003" sldId="1961"/>
            <ac:spMk id="157" creationId="{4EA254C7-7D62-34B4-EA21-25B4ED74A2E5}"/>
          </ac:spMkLst>
        </pc:spChg>
        <pc:spChg chg="add mod">
          <ac:chgData name="Shovon, Ahmedur Rahman" userId="44613170352_tp_box_2" providerId="OAuth2" clId="{E7EBB454-D0C9-53DE-B4DA-EA362CD111C6}" dt="2026-04-29T19:17:33.372" v="1139" actId="20577"/>
          <ac:spMkLst>
            <pc:docMk/>
            <pc:sldMk cId="1625003" sldId="1961"/>
            <ac:spMk id="158" creationId="{18825AD8-98DF-99E9-B4A6-223A34ECB48F}"/>
          </ac:spMkLst>
        </pc:spChg>
        <pc:spChg chg="add mod">
          <ac:chgData name="Shovon, Ahmedur Rahman" userId="44613170352_tp_box_2" providerId="OAuth2" clId="{E7EBB454-D0C9-53DE-B4DA-EA362CD111C6}" dt="2026-04-29T19:36:41.563" v="1434" actId="20577"/>
          <ac:spMkLst>
            <pc:docMk/>
            <pc:sldMk cId="1625003" sldId="1961"/>
            <ac:spMk id="183" creationId="{D52D743B-6D5A-5ADF-F13F-2925A65D1115}"/>
          </ac:spMkLst>
        </pc:spChg>
        <pc:spChg chg="add mod topLvl">
          <ac:chgData name="Shovon, Ahmedur Rahman" userId="44613170352_tp_box_2" providerId="OAuth2" clId="{E7EBB454-D0C9-53DE-B4DA-EA362CD111C6}" dt="2026-04-29T19:58:08.840" v="1876" actId="338"/>
          <ac:spMkLst>
            <pc:docMk/>
            <pc:sldMk cId="1625003" sldId="1961"/>
            <ac:spMk id="184" creationId="{2F591335-6919-E2A5-44CE-F985D0DC48E7}"/>
          </ac:spMkLst>
        </pc:spChg>
        <pc:spChg chg="add mod topLvl">
          <ac:chgData name="Shovon, Ahmedur Rahman" userId="44613170352_tp_box_2" providerId="OAuth2" clId="{E7EBB454-D0C9-53DE-B4DA-EA362CD111C6}" dt="2026-04-29T19:58:08.840" v="1876" actId="338"/>
          <ac:spMkLst>
            <pc:docMk/>
            <pc:sldMk cId="1625003" sldId="1961"/>
            <ac:spMk id="185" creationId="{4D5BDBA1-6106-F2A1-1B05-C8B97785034A}"/>
          </ac:spMkLst>
        </pc:spChg>
        <pc:spChg chg="add del mod">
          <ac:chgData name="Shovon, Ahmedur Rahman" userId="44613170352_tp_box_2" providerId="OAuth2" clId="{E7EBB454-D0C9-53DE-B4DA-EA362CD111C6}" dt="2026-04-29T19:39:45.255" v="1547" actId="478"/>
          <ac:spMkLst>
            <pc:docMk/>
            <pc:sldMk cId="1625003" sldId="1961"/>
            <ac:spMk id="186" creationId="{6F79BA81-D7AC-F244-CB78-4D9820D2FA0A}"/>
          </ac:spMkLst>
        </pc:spChg>
        <pc:spChg chg="add mod topLvl">
          <ac:chgData name="Shovon, Ahmedur Rahman" userId="44613170352_tp_box_2" providerId="OAuth2" clId="{E7EBB454-D0C9-53DE-B4DA-EA362CD111C6}" dt="2026-04-29T19:58:08.840" v="1876" actId="338"/>
          <ac:spMkLst>
            <pc:docMk/>
            <pc:sldMk cId="1625003" sldId="1961"/>
            <ac:spMk id="187" creationId="{0A95FA1B-71E4-4949-4650-2674E1374AEF}"/>
          </ac:spMkLst>
        </pc:spChg>
        <pc:spChg chg="add del mod">
          <ac:chgData name="Shovon, Ahmedur Rahman" userId="44613170352_tp_box_2" providerId="OAuth2" clId="{E7EBB454-D0C9-53DE-B4DA-EA362CD111C6}" dt="2026-04-29T19:40:25.789" v="1555" actId="478"/>
          <ac:spMkLst>
            <pc:docMk/>
            <pc:sldMk cId="1625003" sldId="1961"/>
            <ac:spMk id="188" creationId="{D93D719E-E9AE-84E8-71B7-C477D456B507}"/>
          </ac:spMkLst>
        </pc:spChg>
        <pc:spChg chg="add mod topLvl">
          <ac:chgData name="Shovon, Ahmedur Rahman" userId="44613170352_tp_box_2" providerId="OAuth2" clId="{E7EBB454-D0C9-53DE-B4DA-EA362CD111C6}" dt="2026-04-29T19:52:25.624" v="1856" actId="165"/>
          <ac:spMkLst>
            <pc:docMk/>
            <pc:sldMk cId="1625003" sldId="1961"/>
            <ac:spMk id="189" creationId="{0C4C179C-5541-4341-AAD8-A0E79116A847}"/>
          </ac:spMkLst>
        </pc:spChg>
        <pc:spChg chg="add del mod">
          <ac:chgData name="Shovon, Ahmedur Rahman" userId="44613170352_tp_box_2" providerId="OAuth2" clId="{E7EBB454-D0C9-53DE-B4DA-EA362CD111C6}" dt="2026-04-29T19:40:37.486" v="1557" actId="478"/>
          <ac:spMkLst>
            <pc:docMk/>
            <pc:sldMk cId="1625003" sldId="1961"/>
            <ac:spMk id="190" creationId="{E48E0C26-B4DF-AEB1-30A9-B59887CE3CC5}"/>
          </ac:spMkLst>
        </pc:spChg>
        <pc:spChg chg="add mod topLvl">
          <ac:chgData name="Shovon, Ahmedur Rahman" userId="44613170352_tp_box_2" providerId="OAuth2" clId="{E7EBB454-D0C9-53DE-B4DA-EA362CD111C6}" dt="2026-04-29T19:52:25.624" v="1856" actId="165"/>
          <ac:spMkLst>
            <pc:docMk/>
            <pc:sldMk cId="1625003" sldId="1961"/>
            <ac:spMk id="191" creationId="{F07BF11C-F7B4-F4C1-E6F8-E0EB490807F2}"/>
          </ac:spMkLst>
        </pc:spChg>
        <pc:spChg chg="add mod topLvl">
          <ac:chgData name="Shovon, Ahmedur Rahman" userId="44613170352_tp_box_2" providerId="OAuth2" clId="{E7EBB454-D0C9-53DE-B4DA-EA362CD111C6}" dt="2026-04-29T19:56:53.864" v="1866" actId="165"/>
          <ac:spMkLst>
            <pc:docMk/>
            <pc:sldMk cId="1625003" sldId="1961"/>
            <ac:spMk id="192" creationId="{4CBB7E8A-3856-2B9E-602C-C7F246B84D30}"/>
          </ac:spMkLst>
        </pc:spChg>
        <pc:spChg chg="add mod topLvl">
          <ac:chgData name="Shovon, Ahmedur Rahman" userId="44613170352_tp_box_2" providerId="OAuth2" clId="{E7EBB454-D0C9-53DE-B4DA-EA362CD111C6}" dt="2026-04-29T19:52:25.624" v="1856" actId="165"/>
          <ac:spMkLst>
            <pc:docMk/>
            <pc:sldMk cId="1625003" sldId="1961"/>
            <ac:spMk id="193" creationId="{321EC4EF-9675-A0AA-7D35-93B62A0ECD2E}"/>
          </ac:spMkLst>
        </pc:spChg>
        <pc:spChg chg="add mod topLvl">
          <ac:chgData name="Shovon, Ahmedur Rahman" userId="44613170352_tp_box_2" providerId="OAuth2" clId="{E7EBB454-D0C9-53DE-B4DA-EA362CD111C6}" dt="2026-04-29T19:52:25.624" v="1856" actId="165"/>
          <ac:spMkLst>
            <pc:docMk/>
            <pc:sldMk cId="1625003" sldId="1961"/>
            <ac:spMk id="194" creationId="{CC675E7B-4037-D41E-E8FD-07E681183F45}"/>
          </ac:spMkLst>
        </pc:spChg>
        <pc:spChg chg="add mod topLvl">
          <ac:chgData name="Shovon, Ahmedur Rahman" userId="44613170352_tp_box_2" providerId="OAuth2" clId="{E7EBB454-D0C9-53DE-B4DA-EA362CD111C6}" dt="2026-04-29T19:52:25.624" v="1856" actId="165"/>
          <ac:spMkLst>
            <pc:docMk/>
            <pc:sldMk cId="1625003" sldId="1961"/>
            <ac:spMk id="199" creationId="{F5A5E1B1-EE23-5F8D-1169-6AC7B72EA6D5}"/>
          </ac:spMkLst>
        </pc:spChg>
        <pc:spChg chg="add mod topLvl">
          <ac:chgData name="Shovon, Ahmedur Rahman" userId="44613170352_tp_box_2" providerId="OAuth2" clId="{E7EBB454-D0C9-53DE-B4DA-EA362CD111C6}" dt="2026-04-29T19:58:08.840" v="1876" actId="338"/>
          <ac:spMkLst>
            <pc:docMk/>
            <pc:sldMk cId="1625003" sldId="1961"/>
            <ac:spMk id="202" creationId="{9053543C-F210-2A45-64A9-5AA569B713C8}"/>
          </ac:spMkLst>
        </pc:spChg>
        <pc:spChg chg="add mod">
          <ac:chgData name="Shovon, Ahmedur Rahman" userId="44613170352_tp_box_2" providerId="OAuth2" clId="{E7EBB454-D0C9-53DE-B4DA-EA362CD111C6}" dt="2026-04-29T20:59:33.059" v="2393" actId="20577"/>
          <ac:spMkLst>
            <pc:docMk/>
            <pc:sldMk cId="1625003" sldId="1961"/>
            <ac:spMk id="213" creationId="{240F7CE1-D7A7-8F36-4A3F-109A65F1B522}"/>
          </ac:spMkLst>
        </pc:spChg>
        <pc:grpChg chg="add mod">
          <ac:chgData name="Shovon, Ahmedur Rahman" userId="44613170352_tp_box_2" providerId="OAuth2" clId="{E7EBB454-D0C9-53DE-B4DA-EA362CD111C6}" dt="2026-04-29T18:55:46.917" v="702" actId="1076"/>
          <ac:grpSpMkLst>
            <pc:docMk/>
            <pc:sldMk cId="1625003" sldId="1961"/>
            <ac:grpSpMk id="96" creationId="{412B0C76-F9FB-C3E5-CCEB-A237DD785529}"/>
          </ac:grpSpMkLst>
        </pc:grpChg>
        <pc:grpChg chg="add">
          <ac:chgData name="Shovon, Ahmedur Rahman" userId="44613170352_tp_box_2" providerId="OAuth2" clId="{E7EBB454-D0C9-53DE-B4DA-EA362CD111C6}" dt="2026-04-29T19:07:11.586" v="836" actId="164"/>
          <ac:grpSpMkLst>
            <pc:docMk/>
            <pc:sldMk cId="1625003" sldId="1961"/>
            <ac:grpSpMk id="117" creationId="{B4976CB0-35D3-0FD1-750C-80FE2229E37D}"/>
          </ac:grpSpMkLst>
        </pc:grpChg>
        <pc:grpChg chg="add mod">
          <ac:chgData name="Shovon, Ahmedur Rahman" userId="44613170352_tp_box_2" providerId="OAuth2" clId="{E7EBB454-D0C9-53DE-B4DA-EA362CD111C6}" dt="2026-04-29T19:08:13.819" v="844" actId="1076"/>
          <ac:grpSpMkLst>
            <pc:docMk/>
            <pc:sldMk cId="1625003" sldId="1961"/>
            <ac:grpSpMk id="118" creationId="{683A6576-8813-B5F6-6464-F80387317686}"/>
          </ac:grpSpMkLst>
        </pc:grpChg>
        <pc:grpChg chg="add mod">
          <ac:chgData name="Shovon, Ahmedur Rahman" userId="44613170352_tp_box_2" providerId="OAuth2" clId="{E7EBB454-D0C9-53DE-B4DA-EA362CD111C6}" dt="2026-04-29T19:08:52.047" v="857" actId="1076"/>
          <ac:grpSpMkLst>
            <pc:docMk/>
            <pc:sldMk cId="1625003" sldId="1961"/>
            <ac:grpSpMk id="122" creationId="{575F1DC1-4A73-C6F1-11B4-670051EA0D1A}"/>
          </ac:grpSpMkLst>
        </pc:grpChg>
        <pc:grpChg chg="add mod">
          <ac:chgData name="Shovon, Ahmedur Rahman" userId="44613170352_tp_box_2" providerId="OAuth2" clId="{E7EBB454-D0C9-53DE-B4DA-EA362CD111C6}" dt="2026-04-29T19:08:23.784" v="846" actId="1076"/>
          <ac:grpSpMkLst>
            <pc:docMk/>
            <pc:sldMk cId="1625003" sldId="1961"/>
            <ac:grpSpMk id="126" creationId="{665D7B66-5A9C-DD4D-2B67-A6D6BF8885FB}"/>
          </ac:grpSpMkLst>
        </pc:grpChg>
        <pc:grpChg chg="add mod">
          <ac:chgData name="Shovon, Ahmedur Rahman" userId="44613170352_tp_box_2" providerId="OAuth2" clId="{E7EBB454-D0C9-53DE-B4DA-EA362CD111C6}" dt="2026-04-29T19:09:25.950" v="865" actId="1038"/>
          <ac:grpSpMkLst>
            <pc:docMk/>
            <pc:sldMk cId="1625003" sldId="1961"/>
            <ac:grpSpMk id="130" creationId="{4DCC6BD9-BAAA-23F6-6C86-92A5A89B4FC5}"/>
          </ac:grpSpMkLst>
        </pc:grpChg>
        <pc:grpChg chg="add mod">
          <ac:chgData name="Shovon, Ahmedur Rahman" userId="44613170352_tp_box_2" providerId="OAuth2" clId="{E7EBB454-D0C9-53DE-B4DA-EA362CD111C6}" dt="2026-04-29T19:49:01.226" v="1842" actId="1076"/>
          <ac:grpSpMkLst>
            <pc:docMk/>
            <pc:sldMk cId="1625003" sldId="1961"/>
            <ac:grpSpMk id="203" creationId="{1295B2B3-7228-B17E-0AFE-D8625E904308}"/>
          </ac:grpSpMkLst>
        </pc:grpChg>
        <pc:grpChg chg="add del">
          <ac:chgData name="Shovon, Ahmedur Rahman" userId="44613170352_tp_box_2" providerId="OAuth2" clId="{E7EBB454-D0C9-53DE-B4DA-EA362CD111C6}" dt="2026-04-29T19:51:43.998" v="1855" actId="165"/>
          <ac:grpSpMkLst>
            <pc:docMk/>
            <pc:sldMk cId="1625003" sldId="1961"/>
            <ac:grpSpMk id="204" creationId="{FD118C6E-730C-197C-B132-3F0A8B50A7C3}"/>
          </ac:grpSpMkLst>
        </pc:grpChg>
        <pc:grpChg chg="add">
          <ac:chgData name="Shovon, Ahmedur Rahman" userId="44613170352_tp_box_2" providerId="OAuth2" clId="{E7EBB454-D0C9-53DE-B4DA-EA362CD111C6}" dt="2026-04-29T19:58:06.112" v="1875" actId="165"/>
          <ac:grpSpMkLst>
            <pc:docMk/>
            <pc:sldMk cId="1625003" sldId="1961"/>
            <ac:grpSpMk id="205" creationId="{659607C0-3BAE-6F31-C53D-73F22AD405D5}"/>
          </ac:grpSpMkLst>
        </pc:grpChg>
        <pc:grpChg chg="add">
          <ac:chgData name="Shovon, Ahmedur Rahman" userId="44613170352_tp_box_2" providerId="OAuth2" clId="{E7EBB454-D0C9-53DE-B4DA-EA362CD111C6}" dt="2026-04-29T19:53:39.528" v="1858" actId="164"/>
          <ac:grpSpMkLst>
            <pc:docMk/>
            <pc:sldMk cId="1625003" sldId="1961"/>
            <ac:grpSpMk id="206" creationId="{23F7BE96-8C94-B704-3627-BD7808204D71}"/>
          </ac:grpSpMkLst>
        </pc:grpChg>
        <pc:grpChg chg="add">
          <ac:chgData name="Shovon, Ahmedur Rahman" userId="44613170352_tp_box_2" providerId="OAuth2" clId="{E7EBB454-D0C9-53DE-B4DA-EA362CD111C6}" dt="2026-04-29T19:54:23.475" v="1859" actId="164"/>
          <ac:grpSpMkLst>
            <pc:docMk/>
            <pc:sldMk cId="1625003" sldId="1961"/>
            <ac:grpSpMk id="207" creationId="{0EC28EBD-76AF-4734-33F9-8172FF7D3215}"/>
          </ac:grpSpMkLst>
        </pc:grpChg>
        <pc:grpChg chg="add">
          <ac:chgData name="Shovon, Ahmedur Rahman" userId="44613170352_tp_box_2" providerId="OAuth2" clId="{E7EBB454-D0C9-53DE-B4DA-EA362CD111C6}" dt="2026-04-29T19:54:39.070" v="1860" actId="164"/>
          <ac:grpSpMkLst>
            <pc:docMk/>
            <pc:sldMk cId="1625003" sldId="1961"/>
            <ac:grpSpMk id="208" creationId="{521C4C14-1956-C55C-4591-DAEAC206289F}"/>
          </ac:grpSpMkLst>
        </pc:grpChg>
        <pc:grpChg chg="add del">
          <ac:chgData name="Shovon, Ahmedur Rahman" userId="44613170352_tp_box_2" providerId="OAuth2" clId="{E7EBB454-D0C9-53DE-B4DA-EA362CD111C6}" dt="2026-04-29T19:58:08.840" v="1876" actId="338"/>
          <ac:grpSpMkLst>
            <pc:docMk/>
            <pc:sldMk cId="1625003" sldId="1961"/>
            <ac:grpSpMk id="209" creationId="{8B89140A-B860-8E9F-6507-0D0047A30D8E}"/>
          </ac:grpSpMkLst>
        </pc:grpChg>
        <pc:graphicFrameChg chg="add del modGraphic">
          <ac:chgData name="Shovon, Ahmedur Rahman" userId="44613170352_tp_box_2" providerId="OAuth2" clId="{E7EBB454-D0C9-53DE-B4DA-EA362CD111C6}" dt="2026-04-29T15:38:24.835" v="21" actId="478"/>
          <ac:graphicFrameMkLst>
            <pc:docMk/>
            <pc:sldMk cId="1625003" sldId="1961"/>
            <ac:graphicFrameMk id="8" creationId="{4133541A-5206-27A9-08B1-7D187798A039}"/>
          </ac:graphicFrameMkLst>
        </pc:graphicFrameChg>
        <pc:picChg chg="add mod">
          <ac:chgData name="Shovon, Ahmedur Rahman" userId="44613170352_tp_box_2" providerId="OAuth2" clId="{E7EBB454-D0C9-53DE-B4DA-EA362CD111C6}" dt="2026-04-30T15:25:54.391" v="2486"/>
          <ac:picMkLst>
            <pc:docMk/>
            <pc:sldMk cId="1625003" sldId="1961"/>
            <ac:picMk id="2" creationId="{4470AC0E-7547-2B80-7296-98A3C3E8CC07}"/>
          </ac:picMkLst>
        </pc:picChg>
        <pc:picChg chg="add mod">
          <ac:chgData name="Shovon, Ahmedur Rahman" userId="44613170352_tp_box_2" providerId="OAuth2" clId="{E7EBB454-D0C9-53DE-B4DA-EA362CD111C6}" dt="2026-04-30T15:25:54.391" v="2486"/>
          <ac:picMkLst>
            <pc:docMk/>
            <pc:sldMk cId="1625003" sldId="1961"/>
            <ac:picMk id="3" creationId="{B0B75D59-7559-6A58-C1E6-FD566164764E}"/>
          </ac:picMkLst>
        </pc:picChg>
        <pc:picChg chg="add mod">
          <ac:chgData name="Shovon, Ahmedur Rahman" userId="44613170352_tp_box_2" providerId="OAuth2" clId="{E7EBB454-D0C9-53DE-B4DA-EA362CD111C6}" dt="2026-04-29T15:56:49.472" v="116" actId="1440"/>
          <ac:picMkLst>
            <pc:docMk/>
            <pc:sldMk cId="1625003" sldId="1961"/>
            <ac:picMk id="14" creationId="{4A8E52B7-3A05-8AFE-E55F-0C5442AED95A}"/>
          </ac:picMkLst>
        </pc:picChg>
        <pc:picChg chg="add mod">
          <ac:chgData name="Shovon, Ahmedur Rahman" userId="44613170352_tp_box_2" providerId="OAuth2" clId="{E7EBB454-D0C9-53DE-B4DA-EA362CD111C6}" dt="2026-04-29T19:27:00.227" v="1209" actId="1076"/>
          <ac:picMkLst>
            <pc:docMk/>
            <pc:sldMk cId="1625003" sldId="1961"/>
            <ac:picMk id="16" creationId="{DB428E0F-0D6B-871F-926E-E0C5173A5DEF}"/>
          </ac:picMkLst>
        </pc:picChg>
        <pc:picChg chg="add del mod">
          <ac:chgData name="Shovon, Ahmedur Rahman" userId="44613170352_tp_box_2" providerId="OAuth2" clId="{E7EBB454-D0C9-53DE-B4DA-EA362CD111C6}" dt="2026-04-29T16:10:51.740" v="251" actId="478"/>
          <ac:picMkLst>
            <pc:docMk/>
            <pc:sldMk cId="1625003" sldId="1961"/>
            <ac:picMk id="24" creationId="{CFEB58B3-A4A7-475B-F038-7769C5233FEE}"/>
          </ac:picMkLst>
        </pc:picChg>
        <pc:picChg chg="add del mod">
          <ac:chgData name="Shovon, Ahmedur Rahman" userId="44613170352_tp_box_2" providerId="OAuth2" clId="{E7EBB454-D0C9-53DE-B4DA-EA362CD111C6}" dt="2026-04-29T16:10:51.740" v="251" actId="478"/>
          <ac:picMkLst>
            <pc:docMk/>
            <pc:sldMk cId="1625003" sldId="1961"/>
            <ac:picMk id="26" creationId="{64C45C0A-B746-2B5F-23E6-A6E7D885E7D0}"/>
          </ac:picMkLst>
        </pc:picChg>
        <pc:picChg chg="add mod">
          <ac:chgData name="Shovon, Ahmedur Rahman" userId="44613170352_tp_box_2" providerId="OAuth2" clId="{E7EBB454-D0C9-53DE-B4DA-EA362CD111C6}" dt="2026-04-29T16:09:21.754" v="246" actId="1076"/>
          <ac:picMkLst>
            <pc:docMk/>
            <pc:sldMk cId="1625003" sldId="1961"/>
            <ac:picMk id="33" creationId="{E93FFE3D-AF8A-A0E7-BA89-26A0A0806BA4}"/>
          </ac:picMkLst>
        </pc:picChg>
        <pc:picChg chg="add mod">
          <ac:chgData name="Shovon, Ahmedur Rahman" userId="44613170352_tp_box_2" providerId="OAuth2" clId="{E7EBB454-D0C9-53DE-B4DA-EA362CD111C6}" dt="2026-04-29T16:09:21.754" v="246" actId="1076"/>
          <ac:picMkLst>
            <pc:docMk/>
            <pc:sldMk cId="1625003" sldId="1961"/>
            <ac:picMk id="35" creationId="{453AB450-51A1-C50C-23E6-1047E3ED3C9C}"/>
          </ac:picMkLst>
        </pc:picChg>
        <pc:picChg chg="add mod">
          <ac:chgData name="Shovon, Ahmedur Rahman" userId="44613170352_tp_box_2" providerId="OAuth2" clId="{E7EBB454-D0C9-53DE-B4DA-EA362CD111C6}" dt="2026-04-29T16:09:29.356" v="248" actId="1076"/>
          <ac:picMkLst>
            <pc:docMk/>
            <pc:sldMk cId="1625003" sldId="1961"/>
            <ac:picMk id="41" creationId="{1ECD4112-AAAD-5817-8D29-1050E88BEC63}"/>
          </ac:picMkLst>
        </pc:picChg>
        <pc:picChg chg="add mod">
          <ac:chgData name="Shovon, Ahmedur Rahman" userId="44613170352_tp_box_2" providerId="OAuth2" clId="{E7EBB454-D0C9-53DE-B4DA-EA362CD111C6}" dt="2026-04-29T16:09:29.356" v="248" actId="1076"/>
          <ac:picMkLst>
            <pc:docMk/>
            <pc:sldMk cId="1625003" sldId="1961"/>
            <ac:picMk id="43" creationId="{87646B7A-0AC4-61A1-EB65-46826B8CE42D}"/>
          </ac:picMkLst>
        </pc:picChg>
        <pc:picChg chg="add del mod">
          <ac:chgData name="Shovon, Ahmedur Rahman" userId="44613170352_tp_box_2" providerId="OAuth2" clId="{E7EBB454-D0C9-53DE-B4DA-EA362CD111C6}" dt="2026-04-29T16:13:42.036" v="282" actId="478"/>
          <ac:picMkLst>
            <pc:docMk/>
            <pc:sldMk cId="1625003" sldId="1961"/>
            <ac:picMk id="49" creationId="{393BD353-78D0-915F-C812-2ED35B0BBDD2}"/>
          </ac:picMkLst>
        </pc:picChg>
        <pc:picChg chg="add del mod">
          <ac:chgData name="Shovon, Ahmedur Rahman" userId="44613170352_tp_box_2" providerId="OAuth2" clId="{E7EBB454-D0C9-53DE-B4DA-EA362CD111C6}" dt="2026-04-29T16:15:16.049" v="290" actId="478"/>
          <ac:picMkLst>
            <pc:docMk/>
            <pc:sldMk cId="1625003" sldId="1961"/>
            <ac:picMk id="51" creationId="{90470509-989C-39DA-50CC-801DB6E311E1}"/>
          </ac:picMkLst>
        </pc:picChg>
        <pc:picChg chg="add mod topLvl">
          <ac:chgData name="Shovon, Ahmedur Rahman" userId="44613170352_tp_box_2" providerId="OAuth2" clId="{E7EBB454-D0C9-53DE-B4DA-EA362CD111C6}" dt="2026-04-29T19:51:43.998" v="1855" actId="165"/>
          <ac:picMkLst>
            <pc:docMk/>
            <pc:sldMk cId="1625003" sldId="1961"/>
            <ac:picMk id="54" creationId="{2C3A2B15-6E04-104F-BB81-F90431C08D01}"/>
          </ac:picMkLst>
        </pc:picChg>
        <pc:picChg chg="add del">
          <ac:chgData name="Shovon, Ahmedur Rahman" userId="44613170352_tp_box_2" providerId="OAuth2" clId="{E7EBB454-D0C9-53DE-B4DA-EA362CD111C6}" dt="2026-04-29T16:15:47.325" v="293" actId="478"/>
          <ac:picMkLst>
            <pc:docMk/>
            <pc:sldMk cId="1625003" sldId="1961"/>
            <ac:picMk id="55" creationId="{3E08CC89-7E69-E8FD-5B33-BB886A8E7807}"/>
          </ac:picMkLst>
        </pc:picChg>
        <pc:picChg chg="add mod topLvl">
          <ac:chgData name="Shovon, Ahmedur Rahman" userId="44613170352_tp_box_2" providerId="OAuth2" clId="{E7EBB454-D0C9-53DE-B4DA-EA362CD111C6}" dt="2026-04-29T19:51:43.998" v="1855" actId="165"/>
          <ac:picMkLst>
            <pc:docMk/>
            <pc:sldMk cId="1625003" sldId="1961"/>
            <ac:picMk id="56" creationId="{69E192B2-6536-1BE8-C886-086F50E3D79A}"/>
          </ac:picMkLst>
        </pc:picChg>
        <pc:picChg chg="add del mod">
          <ac:chgData name="Shovon, Ahmedur Rahman" userId="44613170352_tp_box_2" providerId="OAuth2" clId="{E7EBB454-D0C9-53DE-B4DA-EA362CD111C6}" dt="2026-04-29T17:41:08.073" v="483" actId="478"/>
          <ac:picMkLst>
            <pc:docMk/>
            <pc:sldMk cId="1625003" sldId="1961"/>
            <ac:picMk id="63" creationId="{B2339F89-4D64-419E-C473-E0E3CD2ED678}"/>
          </ac:picMkLst>
        </pc:picChg>
        <pc:picChg chg="add del mod">
          <ac:chgData name="Shovon, Ahmedur Rahman" userId="44613170352_tp_box_2" providerId="OAuth2" clId="{E7EBB454-D0C9-53DE-B4DA-EA362CD111C6}" dt="2026-04-29T19:12:06.831" v="885" actId="478"/>
          <ac:picMkLst>
            <pc:docMk/>
            <pc:sldMk cId="1625003" sldId="1961"/>
            <ac:picMk id="64" creationId="{D30F914E-15E8-D333-5C32-D7E75FC0296D}"/>
          </ac:picMkLst>
        </pc:picChg>
        <pc:picChg chg="add del mod">
          <ac:chgData name="Shovon, Ahmedur Rahman" userId="44613170352_tp_box_2" providerId="OAuth2" clId="{E7EBB454-D0C9-53DE-B4DA-EA362CD111C6}" dt="2026-04-29T17:48:52.008" v="537" actId="478"/>
          <ac:picMkLst>
            <pc:docMk/>
            <pc:sldMk cId="1625003" sldId="1961"/>
            <ac:picMk id="71" creationId="{4BB414A3-8D6A-279E-595F-23EC50FE0D27}"/>
          </ac:picMkLst>
        </pc:picChg>
        <pc:picChg chg="add del mod">
          <ac:chgData name="Shovon, Ahmedur Rahman" userId="44613170352_tp_box_2" providerId="OAuth2" clId="{E7EBB454-D0C9-53DE-B4DA-EA362CD111C6}" dt="2026-04-29T19:13:29.341" v="893" actId="478"/>
          <ac:picMkLst>
            <pc:docMk/>
            <pc:sldMk cId="1625003" sldId="1961"/>
            <ac:picMk id="72" creationId="{C0AD5E25-5902-872E-4FA3-B7C957D13436}"/>
          </ac:picMkLst>
        </pc:picChg>
        <pc:picChg chg="add mod">
          <ac:chgData name="Shovon, Ahmedur Rahman" userId="44613170352_tp_box_2" providerId="OAuth2" clId="{E7EBB454-D0C9-53DE-B4DA-EA362CD111C6}" dt="2026-04-29T19:06:54.860" v="834" actId="1076"/>
          <ac:picMkLst>
            <pc:docMk/>
            <pc:sldMk cId="1625003" sldId="1961"/>
            <ac:picMk id="116" creationId="{A465D80A-4CE3-9E8F-A9A0-B004B311A916}"/>
          </ac:picMkLst>
        </pc:picChg>
        <pc:picChg chg="mod">
          <ac:chgData name="Shovon, Ahmedur Rahman" userId="44613170352_tp_box_2" providerId="OAuth2" clId="{E7EBB454-D0C9-53DE-B4DA-EA362CD111C6}" dt="2026-04-29T19:07:16.351" v="837"/>
          <ac:picMkLst>
            <pc:docMk/>
            <pc:sldMk cId="1625003" sldId="1961"/>
            <ac:picMk id="121" creationId="{61BCE25E-361C-5A7A-542B-2F96FFCF90CD}"/>
          </ac:picMkLst>
        </pc:picChg>
        <pc:picChg chg="mod">
          <ac:chgData name="Shovon, Ahmedur Rahman" userId="44613170352_tp_box_2" providerId="OAuth2" clId="{E7EBB454-D0C9-53DE-B4DA-EA362CD111C6}" dt="2026-04-29T19:07:51.733" v="842"/>
          <ac:picMkLst>
            <pc:docMk/>
            <pc:sldMk cId="1625003" sldId="1961"/>
            <ac:picMk id="125" creationId="{A0BDAE25-972E-D18D-2923-11301606EA85}"/>
          </ac:picMkLst>
        </pc:picChg>
        <pc:picChg chg="mod">
          <ac:chgData name="Shovon, Ahmedur Rahman" userId="44613170352_tp_box_2" providerId="OAuth2" clId="{E7EBB454-D0C9-53DE-B4DA-EA362CD111C6}" dt="2026-04-29T19:08:15.012" v="845"/>
          <ac:picMkLst>
            <pc:docMk/>
            <pc:sldMk cId="1625003" sldId="1961"/>
            <ac:picMk id="129" creationId="{618CE729-A085-5395-91E1-6EF147220D20}"/>
          </ac:picMkLst>
        </pc:picChg>
        <pc:picChg chg="add mod">
          <ac:chgData name="Shovon, Ahmedur Rahman" userId="44613170352_tp_box_2" providerId="OAuth2" clId="{E7EBB454-D0C9-53DE-B4DA-EA362CD111C6}" dt="2026-04-29T19:19:44.252" v="1171" actId="14100"/>
          <ac:picMkLst>
            <pc:docMk/>
            <pc:sldMk cId="1625003" sldId="1961"/>
            <ac:picMk id="160" creationId="{84AA376F-A9A1-F678-FCD8-124A7A76F3F5}"/>
          </ac:picMkLst>
        </pc:picChg>
        <pc:picChg chg="add del mod">
          <ac:chgData name="Shovon, Ahmedur Rahman" userId="44613170352_tp_box_2" providerId="OAuth2" clId="{E7EBB454-D0C9-53DE-B4DA-EA362CD111C6}" dt="2026-04-29T19:18:36.222" v="1143" actId="478"/>
          <ac:picMkLst>
            <pc:docMk/>
            <pc:sldMk cId="1625003" sldId="1961"/>
            <ac:picMk id="162" creationId="{7E8BCB04-D42B-A5CE-5F95-7560D8583353}"/>
          </ac:picMkLst>
        </pc:picChg>
        <pc:picChg chg="add mod">
          <ac:chgData name="Shovon, Ahmedur Rahman" userId="44613170352_tp_box_2" providerId="OAuth2" clId="{E7EBB454-D0C9-53DE-B4DA-EA362CD111C6}" dt="2026-04-29T19:20:35.775" v="1174" actId="1076"/>
          <ac:picMkLst>
            <pc:docMk/>
            <pc:sldMk cId="1625003" sldId="1961"/>
            <ac:picMk id="164" creationId="{CCCFD537-B2FD-5021-D446-7E9235233AA0}"/>
          </ac:picMkLst>
        </pc:picChg>
        <pc:picChg chg="add mod">
          <ac:chgData name="Shovon, Ahmedur Rahman" userId="44613170352_tp_box_2" providerId="OAuth2" clId="{E7EBB454-D0C9-53DE-B4DA-EA362CD111C6}" dt="2026-04-29T19:21:27.915" v="1182" actId="1076"/>
          <ac:picMkLst>
            <pc:docMk/>
            <pc:sldMk cId="1625003" sldId="1961"/>
            <ac:picMk id="166" creationId="{1B0BC3F3-8097-2D22-5D21-3FA7D7FD87D2}"/>
          </ac:picMkLst>
        </pc:picChg>
        <pc:picChg chg="add mod">
          <ac:chgData name="Shovon, Ahmedur Rahman" userId="44613170352_tp_box_2" providerId="OAuth2" clId="{E7EBB454-D0C9-53DE-B4DA-EA362CD111C6}" dt="2026-04-29T19:23:49.700" v="1185" actId="1076"/>
          <ac:picMkLst>
            <pc:docMk/>
            <pc:sldMk cId="1625003" sldId="1961"/>
            <ac:picMk id="170" creationId="{EDD1D162-61DA-E5C6-073F-8CBD2D2979DA}"/>
          </ac:picMkLst>
        </pc:picChg>
        <pc:picChg chg="add mod">
          <ac:chgData name="Shovon, Ahmedur Rahman" userId="44613170352_tp_box_2" providerId="OAuth2" clId="{E7EBB454-D0C9-53DE-B4DA-EA362CD111C6}" dt="2026-04-29T19:26:18.467" v="1204" actId="1076"/>
          <ac:picMkLst>
            <pc:docMk/>
            <pc:sldMk cId="1625003" sldId="1961"/>
            <ac:picMk id="172" creationId="{0D107D30-8563-A298-CC76-8E0BBF071A7B}"/>
          </ac:picMkLst>
        </pc:picChg>
        <pc:picChg chg="add mod">
          <ac:chgData name="Shovon, Ahmedur Rahman" userId="44613170352_tp_box_2" providerId="OAuth2" clId="{E7EBB454-D0C9-53DE-B4DA-EA362CD111C6}" dt="2026-04-29T19:26:08.029" v="1202" actId="1076"/>
          <ac:picMkLst>
            <pc:docMk/>
            <pc:sldMk cId="1625003" sldId="1961"/>
            <ac:picMk id="174" creationId="{C68FEE73-6B82-68D3-DE26-C8DD58487856}"/>
          </ac:picMkLst>
        </pc:picChg>
        <pc:picChg chg="add mod">
          <ac:chgData name="Shovon, Ahmedur Rahman" userId="44613170352_tp_box_2" providerId="OAuth2" clId="{E7EBB454-D0C9-53DE-B4DA-EA362CD111C6}" dt="2026-04-29T19:26:03.674" v="1201" actId="1076"/>
          <ac:picMkLst>
            <pc:docMk/>
            <pc:sldMk cId="1625003" sldId="1961"/>
            <ac:picMk id="176" creationId="{BD84E84B-790D-86A5-9719-9635128AEE70}"/>
          </ac:picMkLst>
        </pc:picChg>
        <pc:picChg chg="add mod">
          <ac:chgData name="Shovon, Ahmedur Rahman" userId="44613170352_tp_box_2" providerId="OAuth2" clId="{E7EBB454-D0C9-53DE-B4DA-EA362CD111C6}" dt="2026-04-29T19:34:02.546" v="1369" actId="1076"/>
          <ac:picMkLst>
            <pc:docMk/>
            <pc:sldMk cId="1625003" sldId="1961"/>
            <ac:picMk id="178" creationId="{61342F26-62CD-35C2-A03B-1B543209B4B0}"/>
          </ac:picMkLst>
        </pc:picChg>
        <pc:picChg chg="add mod">
          <ac:chgData name="Shovon, Ahmedur Rahman" userId="44613170352_tp_box_2" providerId="OAuth2" clId="{E7EBB454-D0C9-53DE-B4DA-EA362CD111C6}" dt="2026-04-29T19:35:09.811" v="1377" actId="1076"/>
          <ac:picMkLst>
            <pc:docMk/>
            <pc:sldMk cId="1625003" sldId="1961"/>
            <ac:picMk id="180" creationId="{2ED99FC2-D1AA-6398-8CB5-D8E50E7095E9}"/>
          </ac:picMkLst>
        </pc:picChg>
        <pc:picChg chg="add del mod">
          <ac:chgData name="Shovon, Ahmedur Rahman" userId="44613170352_tp_box_2" providerId="OAuth2" clId="{E7EBB454-D0C9-53DE-B4DA-EA362CD111C6}" dt="2026-04-29T19:49:19.726" v="1843" actId="478"/>
          <ac:picMkLst>
            <pc:docMk/>
            <pc:sldMk cId="1625003" sldId="1961"/>
            <ac:picMk id="196" creationId="{3735AF14-D0FF-FF59-2F34-0D0FFBA6A218}"/>
          </ac:picMkLst>
        </pc:picChg>
        <pc:picChg chg="add mod">
          <ac:chgData name="Shovon, Ahmedur Rahman" userId="44613170352_tp_box_2" providerId="OAuth2" clId="{E7EBB454-D0C9-53DE-B4DA-EA362CD111C6}" dt="2026-04-29T19:46:00.675" v="1756" actId="1076"/>
          <ac:picMkLst>
            <pc:docMk/>
            <pc:sldMk cId="1625003" sldId="1961"/>
            <ac:picMk id="198" creationId="{3D359585-F105-BE3E-E150-2BBA0B15515F}"/>
          </ac:picMkLst>
        </pc:picChg>
        <pc:picChg chg="add mod">
          <ac:chgData name="Shovon, Ahmedur Rahman" userId="44613170352_tp_box_2" providerId="OAuth2" clId="{E7EBB454-D0C9-53DE-B4DA-EA362CD111C6}" dt="2026-04-29T20:13:06.667" v="1918"/>
          <ac:picMkLst>
            <pc:docMk/>
            <pc:sldMk cId="1625003" sldId="1961"/>
            <ac:picMk id="210" creationId="{41394283-AF45-A3C7-F154-CD1869F66934}"/>
          </ac:picMkLst>
        </pc:picChg>
        <pc:picChg chg="add mod">
          <ac:chgData name="Shovon, Ahmedur Rahman" userId="44613170352_tp_box_2" providerId="OAuth2" clId="{E7EBB454-D0C9-53DE-B4DA-EA362CD111C6}" dt="2026-04-29T20:13:06.667" v="1918"/>
          <ac:picMkLst>
            <pc:docMk/>
            <pc:sldMk cId="1625003" sldId="1961"/>
            <ac:picMk id="211" creationId="{EED6D8F1-A594-D166-047F-B3F04A23A427}"/>
          </ac:picMkLst>
        </pc:picChg>
        <pc:picChg chg="add mod">
          <ac:chgData name="Shovon, Ahmedur Rahman" userId="44613170352_tp_box_2" providerId="OAuth2" clId="{E7EBB454-D0C9-53DE-B4DA-EA362CD111C6}" dt="2026-04-29T20:13:06.667" v="1918"/>
          <ac:picMkLst>
            <pc:docMk/>
            <pc:sldMk cId="1625003" sldId="1961"/>
            <ac:picMk id="212" creationId="{DC531F59-ED90-8468-4766-6AC92B9FD557}"/>
          </ac:picMkLst>
        </pc:picChg>
        <pc:cxnChg chg="add mod">
          <ac:chgData name="Shovon, Ahmedur Rahman" userId="44613170352_tp_box_2" providerId="OAuth2" clId="{E7EBB454-D0C9-53DE-B4DA-EA362CD111C6}" dt="2026-04-29T21:02:52.883" v="2445" actId="1076"/>
          <ac:cxnSpMkLst>
            <pc:docMk/>
            <pc:sldMk cId="1625003" sldId="1961"/>
            <ac:cxnSpMk id="98" creationId="{038B4A21-5CBF-1114-540F-2EAB7059FD7A}"/>
          </ac:cxnSpMkLst>
        </pc:cxnChg>
        <pc:cxnChg chg="add mod">
          <ac:chgData name="Shovon, Ahmedur Rahman" userId="44613170352_tp_box_2" providerId="OAuth2" clId="{E7EBB454-D0C9-53DE-B4DA-EA362CD111C6}" dt="2026-04-29T21:02:52.883" v="2445" actId="1076"/>
          <ac:cxnSpMkLst>
            <pc:docMk/>
            <pc:sldMk cId="1625003" sldId="1961"/>
            <ac:cxnSpMk id="99" creationId="{A23885DF-B292-D5D5-7522-32621844F90C}"/>
          </ac:cxnSpMkLst>
        </pc:cxnChg>
        <pc:cxnChg chg="add del mod">
          <ac:chgData name="Shovon, Ahmedur Rahman" userId="44613170352_tp_box_2" providerId="OAuth2" clId="{E7EBB454-D0C9-53DE-B4DA-EA362CD111C6}" dt="2026-04-29T18:58:41.272" v="729" actId="478"/>
          <ac:cxnSpMkLst>
            <pc:docMk/>
            <pc:sldMk cId="1625003" sldId="1961"/>
            <ac:cxnSpMk id="102" creationId="{F61E73FB-B822-C72B-381F-912D71BA7820}"/>
          </ac:cxnSpMkLst>
        </pc:cxnChg>
        <pc:cxnChg chg="add mod">
          <ac:chgData name="Shovon, Ahmedur Rahman" userId="44613170352_tp_box_2" providerId="OAuth2" clId="{E7EBB454-D0C9-53DE-B4DA-EA362CD111C6}" dt="2026-04-29T19:21:17.645" v="1181" actId="1076"/>
          <ac:cxnSpMkLst>
            <pc:docMk/>
            <pc:sldMk cId="1625003" sldId="1961"/>
            <ac:cxnSpMk id="111" creationId="{C51FC916-1B12-F579-35F0-1535CCCC7B46}"/>
          </ac:cxnSpMkLst>
        </pc:cxnChg>
        <pc:cxnChg chg="add mod">
          <ac:chgData name="Shovon, Ahmedur Rahman" userId="44613170352_tp_box_2" providerId="OAuth2" clId="{E7EBB454-D0C9-53DE-B4DA-EA362CD111C6}" dt="2026-04-29T18:59:07.963" v="733" actId="13822"/>
          <ac:cxnSpMkLst>
            <pc:docMk/>
            <pc:sldMk cId="1625003" sldId="1961"/>
            <ac:cxnSpMk id="113" creationId="{FB2914EB-62BE-4F9B-CB97-C73480E29A80}"/>
          </ac:cxnSpMkLst>
        </pc:cxnChg>
        <pc:cxnChg chg="add mod">
          <ac:chgData name="Shovon, Ahmedur Rahman" userId="44613170352_tp_box_2" providerId="OAuth2" clId="{E7EBB454-D0C9-53DE-B4DA-EA362CD111C6}" dt="2026-04-29T21:02:52.883" v="2445" actId="1076"/>
          <ac:cxnSpMkLst>
            <pc:docMk/>
            <pc:sldMk cId="1625003" sldId="1961"/>
            <ac:cxnSpMk id="132" creationId="{E847F2EA-0E76-E71D-21B1-D98E2003C4D0}"/>
          </ac:cxnSpMkLst>
        </pc:cxnChg>
        <pc:cxnChg chg="add mod">
          <ac:chgData name="Shovon, Ahmedur Rahman" userId="44613170352_tp_box_2" providerId="OAuth2" clId="{E7EBB454-D0C9-53DE-B4DA-EA362CD111C6}" dt="2026-04-29T19:36:25.811" v="1387" actId="1582"/>
          <ac:cxnSpMkLst>
            <pc:docMk/>
            <pc:sldMk cId="1625003" sldId="1961"/>
            <ac:cxnSpMk id="182" creationId="{B5077DE2-3151-F046-4B97-857443CD8C00}"/>
          </ac:cxnSpMkLst>
        </pc:cxnChg>
        <pc:cxnChg chg="add mod">
          <ac:chgData name="Shovon, Ahmedur Rahman" userId="44613170352_tp_box_2" providerId="OAuth2" clId="{E7EBB454-D0C9-53DE-B4DA-EA362CD111C6}" dt="2026-04-29T19:48:32.569" v="1840" actId="1036"/>
          <ac:cxnSpMkLst>
            <pc:docMk/>
            <pc:sldMk cId="1625003" sldId="1961"/>
            <ac:cxnSpMk id="201" creationId="{9ED7A38C-23D8-B93C-A339-D1C51B941FF7}"/>
          </ac:cxnSpMkLst>
        </pc:cxnChg>
      </pc:sldChg>
      <pc:sldChg chg="addSp modSp add mod">
        <pc:chgData name="Shovon, Ahmedur Rahman" userId="44613170352_tp_box_2" providerId="OAuth2" clId="{E7EBB454-D0C9-53DE-B4DA-EA362CD111C6}" dt="2026-04-30T15:24:42.003" v="2482" actId="14100"/>
        <pc:sldMkLst>
          <pc:docMk/>
          <pc:sldMk cId="2293947866" sldId="1962"/>
        </pc:sldMkLst>
        <pc:spChg chg="mod">
          <ac:chgData name="Shovon, Ahmedur Rahman" userId="44613170352_tp_box_2" providerId="OAuth2" clId="{E7EBB454-D0C9-53DE-B4DA-EA362CD111C6}" dt="2026-04-29T20:39:47.442" v="2086" actId="20577"/>
          <ac:spMkLst>
            <pc:docMk/>
            <pc:sldMk cId="2293947866" sldId="1962"/>
            <ac:spMk id="2" creationId="{7DA123D6-4BBA-C016-E6D8-714F27F8BD76}"/>
          </ac:spMkLst>
        </pc:spChg>
        <pc:spChg chg="mod">
          <ac:chgData name="Shovon, Ahmedur Rahman" userId="44613170352_tp_box_2" providerId="OAuth2" clId="{E7EBB454-D0C9-53DE-B4DA-EA362CD111C6}" dt="2026-04-30T15:24:42.003" v="2482" actId="14100"/>
          <ac:spMkLst>
            <pc:docMk/>
            <pc:sldMk cId="2293947866" sldId="1962"/>
            <ac:spMk id="5" creationId="{E80B3C43-E572-FE70-0EC3-4E39FB6107B0}"/>
          </ac:spMkLst>
        </pc:spChg>
        <pc:picChg chg="add mod">
          <ac:chgData name="Shovon, Ahmedur Rahman" userId="44613170352_tp_box_2" providerId="OAuth2" clId="{E7EBB454-D0C9-53DE-B4DA-EA362CD111C6}" dt="2026-04-30T15:24:32.646" v="2481"/>
          <ac:picMkLst>
            <pc:docMk/>
            <pc:sldMk cId="2293947866" sldId="1962"/>
            <ac:picMk id="3" creationId="{29F58621-5130-0F0B-1BB8-58EC46502EDA}"/>
          </ac:picMkLst>
        </pc:picChg>
      </pc:sldChg>
      <pc:sldChg chg="addSp delSp modSp add mod modClrScheme chgLayout">
        <pc:chgData name="Shovon, Ahmedur Rahman" userId="44613170352_tp_box_2" providerId="OAuth2" clId="{E7EBB454-D0C9-53DE-B4DA-EA362CD111C6}" dt="2026-04-30T15:39:25.139" v="2494" actId="2711"/>
        <pc:sldMkLst>
          <pc:docMk/>
          <pc:sldMk cId="2456860687" sldId="2180"/>
        </pc:sldMkLst>
        <pc:spChg chg="add del mod ord">
          <ac:chgData name="Shovon, Ahmedur Rahman" userId="44613170352_tp_box_2" providerId="OAuth2" clId="{E7EBB454-D0C9-53DE-B4DA-EA362CD111C6}" dt="2026-04-30T15:24:03.030" v="2478" actId="478"/>
          <ac:spMkLst>
            <pc:docMk/>
            <pc:sldMk cId="2456860687" sldId="2180"/>
            <ac:spMk id="2" creationId="{79234C35-F24E-F972-B4BD-F838387BC817}"/>
          </ac:spMkLst>
        </pc:spChg>
        <pc:spChg chg="mod ord">
          <ac:chgData name="Shovon, Ahmedur Rahman" userId="44613170352_tp_box_2" providerId="OAuth2" clId="{E7EBB454-D0C9-53DE-B4DA-EA362CD111C6}" dt="2026-04-30T15:39:25.139" v="2494" actId="2711"/>
          <ac:spMkLst>
            <pc:docMk/>
            <pc:sldMk cId="2456860687" sldId="2180"/>
            <ac:spMk id="3" creationId="{AE8187B7-40A7-45F8-A505-5F83782B2785}"/>
          </ac:spMkLst>
        </pc:spChg>
        <pc:spChg chg="add del mod ord">
          <ac:chgData name="Shovon, Ahmedur Rahman" userId="44613170352_tp_box_2" providerId="OAuth2" clId="{E7EBB454-D0C9-53DE-B4DA-EA362CD111C6}" dt="2026-04-30T15:39:03.228" v="2493" actId="478"/>
          <ac:spMkLst>
            <pc:docMk/>
            <pc:sldMk cId="2456860687" sldId="2180"/>
            <ac:spMk id="29" creationId="{C936565D-1BF1-7D95-40BE-07F7DEE66222}"/>
          </ac:spMkLst>
        </pc:spChg>
        <pc:spChg chg="add del mod">
          <ac:chgData name="Shovon, Ahmedur Rahman" userId="44613170352_tp_box_2" providerId="OAuth2" clId="{E7EBB454-D0C9-53DE-B4DA-EA362CD111C6}" dt="2026-04-30T15:38:53.564" v="2492"/>
          <ac:spMkLst>
            <pc:docMk/>
            <pc:sldMk cId="2456860687" sldId="2180"/>
            <ac:spMk id="30" creationId="{864F75DE-5A28-512A-5DA7-7AAB9071B5BD}"/>
          </ac:spMkLst>
        </pc:spChg>
        <pc:spChg chg="mod ord">
          <ac:chgData name="Shovon, Ahmedur Rahman" userId="44613170352_tp_box_2" providerId="OAuth2" clId="{E7EBB454-D0C9-53DE-B4DA-EA362CD111C6}" dt="2026-04-30T15:38:16.005" v="2488" actId="700"/>
          <ac:spMkLst>
            <pc:docMk/>
            <pc:sldMk cId="2456860687" sldId="2180"/>
            <ac:spMk id="69" creationId="{0D4C2DA5-19F7-E313-2B98-0F8103951D74}"/>
          </ac:spMkLst>
        </pc:spChg>
        <pc:picChg chg="add mod">
          <ac:chgData name="Shovon, Ahmedur Rahman" userId="44613170352_tp_box_2" providerId="OAuth2" clId="{E7EBB454-D0C9-53DE-B4DA-EA362CD111C6}" dt="2026-04-30T15:24:54.525" v="2484"/>
          <ac:picMkLst>
            <pc:docMk/>
            <pc:sldMk cId="2456860687" sldId="2180"/>
            <ac:picMk id="21" creationId="{4C5933C6-69DB-35DC-29EA-8E300374FD6C}"/>
          </ac:picMkLst>
        </pc:picChg>
        <pc:picChg chg="add mod">
          <ac:chgData name="Shovon, Ahmedur Rahman" userId="44613170352_tp_box_2" providerId="OAuth2" clId="{E7EBB454-D0C9-53DE-B4DA-EA362CD111C6}" dt="2026-04-30T15:24:54.525" v="2484"/>
          <ac:picMkLst>
            <pc:docMk/>
            <pc:sldMk cId="2456860687" sldId="2180"/>
            <ac:picMk id="24" creationId="{93046018-1461-F3F5-5A0C-2237EFBC6CC2}"/>
          </ac:picMkLst>
        </pc:picChg>
        <pc:picChg chg="add del mod">
          <ac:chgData name="Shovon, Ahmedur Rahman" userId="44613170352_tp_box_2" providerId="OAuth2" clId="{E7EBB454-D0C9-53DE-B4DA-EA362CD111C6}" dt="2026-04-30T15:26:23.773" v="2487" actId="478"/>
          <ac:picMkLst>
            <pc:docMk/>
            <pc:sldMk cId="2456860687" sldId="2180"/>
            <ac:picMk id="28" creationId="{DB8C1D07-57F9-6B23-16C8-95E21AE862F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1"/>
            <a:ext cx="2982380" cy="464900"/>
          </a:xfrm>
          <a:prstGeom prst="rect">
            <a:avLst/>
          </a:prstGeom>
        </p:spPr>
        <p:txBody>
          <a:bodyPr vert="horz" lIns="91847" tIns="45921" rIns="91847" bIns="4592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882" y="11"/>
            <a:ext cx="2982379" cy="464900"/>
          </a:xfrm>
          <a:prstGeom prst="rect">
            <a:avLst/>
          </a:prstGeom>
        </p:spPr>
        <p:txBody>
          <a:bodyPr vert="horz" lIns="91847" tIns="45921" rIns="91847" bIns="45921" rtlCol="0"/>
          <a:lstStyle>
            <a:lvl1pPr algn="r">
              <a:defRPr sz="1200"/>
            </a:lvl1pPr>
          </a:lstStyle>
          <a:p>
            <a:fld id="{B17554D1-967C-4C6D-9F2D-48B3C2720170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11"/>
            <a:ext cx="2982380" cy="464900"/>
          </a:xfrm>
          <a:prstGeom prst="rect">
            <a:avLst/>
          </a:prstGeom>
        </p:spPr>
        <p:txBody>
          <a:bodyPr vert="horz" lIns="91847" tIns="45921" rIns="91847" bIns="4592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882" y="8829911"/>
            <a:ext cx="2982379" cy="464900"/>
          </a:xfrm>
          <a:prstGeom prst="rect">
            <a:avLst/>
          </a:prstGeom>
        </p:spPr>
        <p:txBody>
          <a:bodyPr vert="horz" lIns="91847" tIns="45921" rIns="91847" bIns="45921" rtlCol="0" anchor="b"/>
          <a:lstStyle>
            <a:lvl1pPr algn="r">
              <a:defRPr sz="1200"/>
            </a:lvl1pPr>
          </a:lstStyle>
          <a:p>
            <a:fld id="{AA47E720-93EF-483D-84A7-F39F5B8DB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49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1"/>
            <a:ext cx="2981912" cy="464820"/>
          </a:xfrm>
          <a:prstGeom prst="rect">
            <a:avLst/>
          </a:prstGeom>
        </p:spPr>
        <p:txBody>
          <a:bodyPr vert="horz" lIns="92628" tIns="46311" rIns="92628" bIns="4631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353" y="11"/>
            <a:ext cx="2981912" cy="464820"/>
          </a:xfrm>
          <a:prstGeom prst="rect">
            <a:avLst/>
          </a:prstGeom>
        </p:spPr>
        <p:txBody>
          <a:bodyPr vert="horz" lIns="92628" tIns="46311" rIns="92628" bIns="4631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6962A90-C2A2-4CDF-8D04-DA2BD430AAAB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69925" y="698500"/>
            <a:ext cx="8221663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28" tIns="46311" rIns="92628" bIns="4631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503" y="4415791"/>
            <a:ext cx="5504827" cy="4183380"/>
          </a:xfrm>
          <a:prstGeom prst="rect">
            <a:avLst/>
          </a:prstGeom>
        </p:spPr>
        <p:txBody>
          <a:bodyPr vert="horz" lIns="92628" tIns="46311" rIns="92628" bIns="4631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8829994"/>
            <a:ext cx="2981912" cy="464820"/>
          </a:xfrm>
          <a:prstGeom prst="rect">
            <a:avLst/>
          </a:prstGeom>
        </p:spPr>
        <p:txBody>
          <a:bodyPr vert="horz" lIns="92628" tIns="46311" rIns="92628" bIns="4631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353" y="8829994"/>
            <a:ext cx="2981912" cy="464820"/>
          </a:xfrm>
          <a:prstGeom prst="rect">
            <a:avLst/>
          </a:prstGeom>
        </p:spPr>
        <p:txBody>
          <a:bodyPr vert="horz" lIns="92628" tIns="46311" rIns="92628" bIns="4631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76D4B8-3D7E-42E7-AF06-6D9133F7F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26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9FDA-0886-BA4C-848D-CF10DAC3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CCD48-9E56-FCF2-09C4-D517A7A10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669925" y="698500"/>
            <a:ext cx="8221663" cy="3484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127D3-8B5D-90CE-FA17-2E7B5C983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A7573-6DCC-87B3-BAC1-5B34594AC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76D4B8-3D7E-42E7-AF06-6D9133F7F08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81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0F142E"/>
            </a:gs>
            <a:gs pos="50000">
              <a:srgbClr val="1A204C"/>
            </a:gs>
            <a:gs pos="100000">
              <a:srgbClr val="1A204C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45413"/>
            <a:ext cx="9144000" cy="179843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713205"/>
            <a:ext cx="9144000" cy="124718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28262" y="4830655"/>
            <a:ext cx="968829" cy="275027"/>
          </a:xfrm>
          <a:prstGeom prst="rect">
            <a:avLst/>
          </a:prstGeom>
        </p:spPr>
        <p:txBody>
          <a:bodyPr/>
          <a:lstStyle>
            <a:lvl1pPr algn="r">
              <a:defRPr sz="1100"/>
            </a:lvl1pPr>
          </a:lstStyle>
          <a:p>
            <a:fld id="{8F182ACA-94E5-43E6-83F8-799916BA6B59}" type="datetime1">
              <a:rPr lang="en-US" smtClean="0"/>
              <a:pPr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4830654"/>
            <a:ext cx="4114800" cy="275027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4235381"/>
            <a:ext cx="12192000" cy="930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7162800" y="4494499"/>
            <a:ext cx="5029200" cy="65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1"/>
                </a:solidFill>
                <a:latin typeface="+mj-lt"/>
              </a:rPr>
              <a:t>Energy.gov/science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4D757E-D4FA-1901-A9F9-EF9DCF93F9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45" y="4370155"/>
            <a:ext cx="5505097" cy="7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9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CDC9B-D318-9725-37B5-B196037892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8782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439738" y="1266322"/>
            <a:ext cx="5430484" cy="3120958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333072" y="1266322"/>
            <a:ext cx="5454121" cy="3120958"/>
          </a:xfrm>
          <a:solidFill>
            <a:schemeClr val="accent2">
              <a:lumMod val="5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14A5E-FA80-A39C-6F5D-5954BE4E43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3262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Box 5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439738" y="1266322"/>
            <a:ext cx="3578225" cy="3120958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327525" y="1266322"/>
            <a:ext cx="3576638" cy="3120958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8212138" y="1266322"/>
            <a:ext cx="3575050" cy="3120958"/>
          </a:xfrm>
          <a:solidFill>
            <a:schemeClr val="accent2">
              <a:lumMod val="5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EF087-2547-7241-3C65-EF217251C9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3933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(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6920089" y="787744"/>
            <a:ext cx="5271912" cy="3972617"/>
          </a:xfrm>
          <a:custGeom>
            <a:avLst/>
            <a:gdLst>
              <a:gd name="connsiteX0" fmla="*/ 3962270 w 5375563"/>
              <a:gd name="connsiteY0" fmla="*/ 0 h 5377727"/>
              <a:gd name="connsiteX1" fmla="*/ 5140529 w 5375563"/>
              <a:gd name="connsiteY1" fmla="*/ 168208 h 5377727"/>
              <a:gd name="connsiteX2" fmla="*/ 5375563 w 5375563"/>
              <a:gd name="connsiteY2" fmla="*/ 249437 h 5377727"/>
              <a:gd name="connsiteX3" fmla="*/ 5375563 w 5375563"/>
              <a:gd name="connsiteY3" fmla="*/ 5377727 h 5377727"/>
              <a:gd name="connsiteX4" fmla="*/ 398434 w 5375563"/>
              <a:gd name="connsiteY4" fmla="*/ 5377727 h 5377727"/>
              <a:gd name="connsiteX5" fmla="*/ 390724 w 5375563"/>
              <a:gd name="connsiteY5" fmla="*/ 5363513 h 5377727"/>
              <a:gd name="connsiteX6" fmla="*/ 0 w 5375563"/>
              <a:gd name="connsiteY6" fmla="*/ 3741443 h 5377727"/>
              <a:gd name="connsiteX7" fmla="*/ 3962270 w 5375563"/>
              <a:gd name="connsiteY7" fmla="*/ 0 h 5377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5563" h="5377727">
                <a:moveTo>
                  <a:pt x="3962270" y="0"/>
                </a:moveTo>
                <a:cubicBezTo>
                  <a:pt x="4372577" y="0"/>
                  <a:pt x="4768317" y="58891"/>
                  <a:pt x="5140529" y="168208"/>
                </a:cubicBezTo>
                <a:lnTo>
                  <a:pt x="5375563" y="249437"/>
                </a:lnTo>
                <a:lnTo>
                  <a:pt x="5375563" y="5377727"/>
                </a:lnTo>
                <a:lnTo>
                  <a:pt x="398434" y="5377727"/>
                </a:lnTo>
                <a:lnTo>
                  <a:pt x="390724" y="5363513"/>
                </a:lnTo>
                <a:cubicBezTo>
                  <a:pt x="140324" y="4872813"/>
                  <a:pt x="0" y="4322602"/>
                  <a:pt x="0" y="3741443"/>
                </a:cubicBezTo>
                <a:cubicBezTo>
                  <a:pt x="0" y="1675101"/>
                  <a:pt x="1773969" y="0"/>
                  <a:pt x="3962270" y="0"/>
                </a:cubicBezTo>
                <a:close/>
              </a:path>
            </a:pathLst>
          </a:custGeom>
          <a:noFill/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409576" y="1046300"/>
            <a:ext cx="6227763" cy="3511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BF2D61-6461-C173-C2B4-59F98CB80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5126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(circ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8791" y="133539"/>
            <a:ext cx="8668421" cy="603844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409575" y="1046300"/>
            <a:ext cx="4580089" cy="3511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164263" y="994776"/>
            <a:ext cx="1543050" cy="116239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8918700" y="398714"/>
            <a:ext cx="2835150" cy="213512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7245355" y="2008895"/>
            <a:ext cx="1831861" cy="1381115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5463822" y="3018980"/>
            <a:ext cx="2210192" cy="1665012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/>
          </p:nvPr>
        </p:nvSpPr>
        <p:spPr>
          <a:xfrm>
            <a:off x="9218864" y="2734728"/>
            <a:ext cx="2392119" cy="1802025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39BA6-4E44-9778-8AC9-DFE65592D3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7092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409576" y="1046300"/>
            <a:ext cx="5212292" cy="3511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5947085" y="1089820"/>
            <a:ext cx="6244914" cy="3375488"/>
          </a:xfrm>
          <a:custGeom>
            <a:avLst/>
            <a:gdLst>
              <a:gd name="connsiteX0" fmla="*/ 743081 w 6244914"/>
              <a:gd name="connsiteY0" fmla="*/ 3021747 h 4481287"/>
              <a:gd name="connsiteX1" fmla="*/ 6244914 w 6244914"/>
              <a:gd name="connsiteY1" fmla="*/ 3021747 h 4481287"/>
              <a:gd name="connsiteX2" fmla="*/ 6244914 w 6244914"/>
              <a:gd name="connsiteY2" fmla="*/ 4481287 h 4481287"/>
              <a:gd name="connsiteX3" fmla="*/ 1475626 w 6244914"/>
              <a:gd name="connsiteY3" fmla="*/ 4481287 h 4481287"/>
              <a:gd name="connsiteX4" fmla="*/ 0 w 6244914"/>
              <a:gd name="connsiteY4" fmla="*/ 1510873 h 4481287"/>
              <a:gd name="connsiteX5" fmla="*/ 6244914 w 6244914"/>
              <a:gd name="connsiteY5" fmla="*/ 1510873 h 4481287"/>
              <a:gd name="connsiteX6" fmla="*/ 6244914 w 6244914"/>
              <a:gd name="connsiteY6" fmla="*/ 2970413 h 4481287"/>
              <a:gd name="connsiteX7" fmla="*/ 733392 w 6244914"/>
              <a:gd name="connsiteY7" fmla="*/ 2970413 h 4481287"/>
              <a:gd name="connsiteX8" fmla="*/ 723088 w 6244914"/>
              <a:gd name="connsiteY8" fmla="*/ 0 h 4481287"/>
              <a:gd name="connsiteX9" fmla="*/ 6244914 w 6244914"/>
              <a:gd name="connsiteY9" fmla="*/ 0 h 4481287"/>
              <a:gd name="connsiteX10" fmla="*/ 6244914 w 6244914"/>
              <a:gd name="connsiteY10" fmla="*/ 1459540 h 4481287"/>
              <a:gd name="connsiteX11" fmla="*/ 0 w 6244914"/>
              <a:gd name="connsiteY11" fmla="*/ 1459540 h 448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44914" h="4481287">
                <a:moveTo>
                  <a:pt x="743081" y="3021747"/>
                </a:moveTo>
                <a:lnTo>
                  <a:pt x="6244914" y="3021747"/>
                </a:lnTo>
                <a:lnTo>
                  <a:pt x="6244914" y="4481287"/>
                </a:lnTo>
                <a:lnTo>
                  <a:pt x="1475626" y="4481287"/>
                </a:lnTo>
                <a:close/>
                <a:moveTo>
                  <a:pt x="0" y="1510873"/>
                </a:moveTo>
                <a:lnTo>
                  <a:pt x="6244914" y="1510873"/>
                </a:lnTo>
                <a:lnTo>
                  <a:pt x="6244914" y="2970413"/>
                </a:lnTo>
                <a:lnTo>
                  <a:pt x="733392" y="2970413"/>
                </a:lnTo>
                <a:close/>
                <a:moveTo>
                  <a:pt x="723088" y="0"/>
                </a:moveTo>
                <a:lnTo>
                  <a:pt x="6244914" y="0"/>
                </a:lnTo>
                <a:lnTo>
                  <a:pt x="6244914" y="1459540"/>
                </a:lnTo>
                <a:lnTo>
                  <a:pt x="0" y="1459540"/>
                </a:ln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A5881-D56D-BDAA-D181-2FCA5D0C5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5008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picture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8791" y="133539"/>
            <a:ext cx="8723920" cy="603844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409576" y="1046300"/>
            <a:ext cx="5212292" cy="3511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5856088" y="4"/>
            <a:ext cx="6335912" cy="4718193"/>
          </a:xfrm>
          <a:custGeom>
            <a:avLst/>
            <a:gdLst>
              <a:gd name="connsiteX0" fmla="*/ 6335911 w 6335912"/>
              <a:gd name="connsiteY0" fmla="*/ 2555883 h 6263859"/>
              <a:gd name="connsiteX1" fmla="*/ 6335911 w 6335912"/>
              <a:gd name="connsiteY1" fmla="*/ 4093940 h 6263859"/>
              <a:gd name="connsiteX2" fmla="*/ 2473897 w 6335912"/>
              <a:gd name="connsiteY2" fmla="*/ 6182304 h 6263859"/>
              <a:gd name="connsiteX3" fmla="*/ 1634032 w 6335912"/>
              <a:gd name="connsiteY3" fmla="*/ 6022415 h 6263859"/>
              <a:gd name="connsiteX4" fmla="*/ 1557097 w 6335912"/>
              <a:gd name="connsiteY4" fmla="*/ 5909031 h 6263859"/>
              <a:gd name="connsiteX5" fmla="*/ 1504339 w 6335912"/>
              <a:gd name="connsiteY5" fmla="*/ 5782574 h 6263859"/>
              <a:gd name="connsiteX6" fmla="*/ 1830371 w 6335912"/>
              <a:gd name="connsiteY6" fmla="*/ 4992231 h 6263859"/>
              <a:gd name="connsiteX7" fmla="*/ 6335912 w 6335912"/>
              <a:gd name="connsiteY7" fmla="*/ 1016220 h 6263859"/>
              <a:gd name="connsiteX8" fmla="*/ 6335912 w 6335912"/>
              <a:gd name="connsiteY8" fmla="*/ 2459009 h 6263859"/>
              <a:gd name="connsiteX9" fmla="*/ 936517 w 6335912"/>
              <a:gd name="connsiteY9" fmla="*/ 5378703 h 6263859"/>
              <a:gd name="connsiteX10" fmla="*/ 148674 w 6335912"/>
              <a:gd name="connsiteY10" fmla="*/ 5228717 h 6263859"/>
              <a:gd name="connsiteX11" fmla="*/ 76504 w 6335912"/>
              <a:gd name="connsiteY11" fmla="*/ 5122356 h 6263859"/>
              <a:gd name="connsiteX12" fmla="*/ 27015 w 6335912"/>
              <a:gd name="connsiteY12" fmla="*/ 5003733 h 6263859"/>
              <a:gd name="connsiteX13" fmla="*/ 332851 w 6335912"/>
              <a:gd name="connsiteY13" fmla="*/ 4262345 h 6263859"/>
              <a:gd name="connsiteX14" fmla="*/ 5370853 w 6335912"/>
              <a:gd name="connsiteY14" fmla="*/ 0 h 6263859"/>
              <a:gd name="connsiteX15" fmla="*/ 6335912 w 6335912"/>
              <a:gd name="connsiteY15" fmla="*/ 0 h 6263859"/>
              <a:gd name="connsiteX16" fmla="*/ 6335910 w 6335912"/>
              <a:gd name="connsiteY16" fmla="*/ 920939 h 6263859"/>
              <a:gd name="connsiteX17" fmla="*/ 1426128 w 6335912"/>
              <a:gd name="connsiteY17" fmla="*/ 3575878 h 6263859"/>
              <a:gd name="connsiteX18" fmla="*/ 638286 w 6335912"/>
              <a:gd name="connsiteY18" fmla="*/ 3425891 h 6263859"/>
              <a:gd name="connsiteX19" fmla="*/ 566116 w 6335912"/>
              <a:gd name="connsiteY19" fmla="*/ 3319531 h 6263859"/>
              <a:gd name="connsiteX20" fmla="*/ 516627 w 6335912"/>
              <a:gd name="connsiteY20" fmla="*/ 3200907 h 6263859"/>
              <a:gd name="connsiteX21" fmla="*/ 822463 w 6335912"/>
              <a:gd name="connsiteY21" fmla="*/ 2459519 h 626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35912" h="6263859">
                <a:moveTo>
                  <a:pt x="6335911" y="2555883"/>
                </a:moveTo>
                <a:lnTo>
                  <a:pt x="6335911" y="4093940"/>
                </a:lnTo>
                <a:lnTo>
                  <a:pt x="2473897" y="6182304"/>
                </a:lnTo>
                <a:cubicBezTo>
                  <a:pt x="2186346" y="6337796"/>
                  <a:pt x="1836138" y="6263560"/>
                  <a:pt x="1634032" y="6022415"/>
                </a:cubicBezTo>
                <a:lnTo>
                  <a:pt x="1557097" y="5909031"/>
                </a:lnTo>
                <a:lnTo>
                  <a:pt x="1504339" y="5782574"/>
                </a:lnTo>
                <a:cubicBezTo>
                  <a:pt x="1413202" y="5481421"/>
                  <a:pt x="1542819" y="5147723"/>
                  <a:pt x="1830371" y="4992231"/>
                </a:cubicBezTo>
                <a:close/>
                <a:moveTo>
                  <a:pt x="6335912" y="1016220"/>
                </a:moveTo>
                <a:lnTo>
                  <a:pt x="6335912" y="2459009"/>
                </a:lnTo>
                <a:lnTo>
                  <a:pt x="936517" y="5378703"/>
                </a:lnTo>
                <a:cubicBezTo>
                  <a:pt x="666777" y="5524564"/>
                  <a:pt x="338262" y="5454925"/>
                  <a:pt x="148674" y="5228717"/>
                </a:cubicBezTo>
                <a:lnTo>
                  <a:pt x="76504" y="5122356"/>
                </a:lnTo>
                <a:lnTo>
                  <a:pt x="27015" y="5003733"/>
                </a:lnTo>
                <a:cubicBezTo>
                  <a:pt x="-58478" y="4721235"/>
                  <a:pt x="63112" y="4408205"/>
                  <a:pt x="332851" y="4262345"/>
                </a:cubicBezTo>
                <a:close/>
                <a:moveTo>
                  <a:pt x="5370853" y="0"/>
                </a:moveTo>
                <a:lnTo>
                  <a:pt x="6335912" y="0"/>
                </a:lnTo>
                <a:lnTo>
                  <a:pt x="6335910" y="920939"/>
                </a:lnTo>
                <a:lnTo>
                  <a:pt x="1426128" y="3575878"/>
                </a:lnTo>
                <a:cubicBezTo>
                  <a:pt x="1156389" y="3721738"/>
                  <a:pt x="827875" y="3652099"/>
                  <a:pt x="638286" y="3425891"/>
                </a:cubicBezTo>
                <a:lnTo>
                  <a:pt x="566116" y="3319531"/>
                </a:lnTo>
                <a:lnTo>
                  <a:pt x="516627" y="3200907"/>
                </a:lnTo>
                <a:cubicBezTo>
                  <a:pt x="431135" y="2918409"/>
                  <a:pt x="552724" y="2605379"/>
                  <a:pt x="822463" y="2459519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5FDD69-4781-9259-AEE0-566415CD73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2557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1" y="3"/>
            <a:ext cx="6095999" cy="47639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265877"/>
            <a:ext cx="5448300" cy="106876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1950" y="1539592"/>
            <a:ext cx="5448300" cy="28811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4CBE6-FB8C-5F42-D61E-E55FFEC969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3407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DB882-AFA5-9488-36B7-DC1DF8620D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6804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4760572"/>
            <a:ext cx="12192000" cy="405155"/>
          </a:xfrm>
          <a:prstGeom prst="rect">
            <a:avLst/>
          </a:prstGeom>
          <a:gradFill>
            <a:gsLst>
              <a:gs pos="0">
                <a:srgbClr val="0F142E"/>
              </a:gs>
              <a:gs pos="50000">
                <a:srgbClr val="1A204C"/>
              </a:gs>
              <a:gs pos="100000">
                <a:srgbClr val="1A2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10214032" y="4819835"/>
            <a:ext cx="1977977" cy="372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167BC9-1B82-BF1B-E2BF-6E2B11DB6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291" y="4787337"/>
            <a:ext cx="2580282" cy="3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0927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*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A66D3F18-ACDC-39F5-298F-61212ADD8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8070"/>
            <a:ext cx="11176000" cy="440044"/>
          </a:xfrm>
        </p:spPr>
        <p:txBody>
          <a:bodyPr>
            <a:noAutofit/>
          </a:bodyPr>
          <a:lstStyle>
            <a:lvl1pPr marL="0" indent="0">
              <a:buNone/>
              <a:defRPr sz="26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</p:spTree>
    <p:extLst>
      <p:ext uri="{BB962C8B-B14F-4D97-AF65-F5344CB8AC3E}">
        <p14:creationId xmlns:p14="http://schemas.microsoft.com/office/powerpoint/2010/main" val="11293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791" y="133539"/>
            <a:ext cx="11317044" cy="60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791" y="899444"/>
            <a:ext cx="11317044" cy="3753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4823005"/>
            <a:ext cx="2743200" cy="275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AvenirNext LT Pro Regular" panose="020B0504020202020204" pitchFamily="34" charset="0"/>
              </a:defRPr>
            </a:lvl1pPr>
          </a:lstStyle>
          <a:p>
            <a:fld id="{835B6AD7-18B8-4C9C-AA70-ABD830A869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6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Segoe UI Black" panose="020B0A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Tx/>
        <a:buFontTx/>
        <a:buChar char="◦"/>
        <a:defRPr sz="20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Next LT Pro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9AC4-5909-DD4E-7904-B134D6CD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5604D-CF3E-AAD0-F3BD-E3A2C75B03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4834427"/>
            <a:ext cx="2743200" cy="297002"/>
          </a:xfrm>
        </p:spPr>
        <p:txBody>
          <a:bodyPr/>
          <a:lstStyle/>
          <a:p>
            <a:fld id="{835B6AD7-18B8-4C9C-AA70-ABD830A869A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3C6100-149C-9058-0039-8ABA4B20F0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703873"/>
            <a:ext cx="11176000" cy="47520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22341F-048C-379E-FF14-55969B0E145D}"/>
              </a:ext>
            </a:extLst>
          </p:cNvPr>
          <p:cNvSpPr/>
          <p:nvPr/>
        </p:nvSpPr>
        <p:spPr>
          <a:xfrm>
            <a:off x="28381" y="34554"/>
            <a:ext cx="2465038" cy="395369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79D42-6F3D-C7EE-A9C2-0B1A5D03AA44}"/>
              </a:ext>
            </a:extLst>
          </p:cNvPr>
          <p:cNvSpPr txBox="1"/>
          <p:nvPr/>
        </p:nvSpPr>
        <p:spPr>
          <a:xfrm>
            <a:off x="28381" y="34554"/>
            <a:ext cx="2465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05251-8D43-09A9-A838-79A24F618744}"/>
              </a:ext>
            </a:extLst>
          </p:cNvPr>
          <p:cNvSpPr txBox="1"/>
          <p:nvPr/>
        </p:nvSpPr>
        <p:spPr>
          <a:xfrm>
            <a:off x="28381" y="355575"/>
            <a:ext cx="246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Drava Python API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4FD0F4-90DF-83D7-8620-6E15AF2B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8" y="858383"/>
            <a:ext cx="2298321" cy="23060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DDAC09-B7EE-870D-9B8B-EEA8B4469DBD}"/>
              </a:ext>
            </a:extLst>
          </p:cNvPr>
          <p:cNvSpPr txBox="1"/>
          <p:nvPr/>
        </p:nvSpPr>
        <p:spPr>
          <a:xfrm>
            <a:off x="28381" y="3457188"/>
            <a:ext cx="2465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User Application </a:t>
            </a:r>
          </a:p>
          <a:p>
            <a:pPr algn="ctr"/>
            <a:r>
              <a:rPr lang="en-US" sz="1400" b="1" dirty="0">
                <a:solidFill>
                  <a:schemeClr val="accent1"/>
                </a:solidFill>
              </a:rPr>
              <a:t>(</a:t>
            </a:r>
            <a:r>
              <a:rPr lang="en-US" sz="1400" b="1" dirty="0" err="1">
                <a:solidFill>
                  <a:schemeClr val="accent1"/>
                </a:solidFill>
              </a:rPr>
              <a:t>app.py</a:t>
            </a:r>
            <a:r>
              <a:rPr lang="en-US" sz="1400" b="1" dirty="0">
                <a:solidFill>
                  <a:schemeClr val="accent1"/>
                </a:solidFill>
              </a:rPr>
              <a:t>)</a:t>
            </a:r>
          </a:p>
        </p:txBody>
      </p:sp>
      <p:pic>
        <p:nvPicPr>
          <p:cNvPr id="16" name="Picture 15" descr="Web design with solid fill">
            <a:extLst>
              <a:ext uri="{FF2B5EF4-FFF2-40B4-BE49-F238E27FC236}">
                <a16:creationId xmlns:a16="http://schemas.microsoft.com/office/drawing/2014/main" id="{B7007B7E-6233-3246-7242-E9FDF0726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817" y="3490039"/>
            <a:ext cx="502920" cy="50292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CF8D031-753E-8FFB-047E-06405A05C6D9}"/>
              </a:ext>
            </a:extLst>
          </p:cNvPr>
          <p:cNvSpPr>
            <a:spLocks noChangeAspect="1"/>
          </p:cNvSpPr>
          <p:nvPr/>
        </p:nvSpPr>
        <p:spPr>
          <a:xfrm>
            <a:off x="149763" y="163270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924473-DC09-2453-F0A1-3CB202D3B668}"/>
              </a:ext>
            </a:extLst>
          </p:cNvPr>
          <p:cNvSpPr/>
          <p:nvPr/>
        </p:nvSpPr>
        <p:spPr>
          <a:xfrm>
            <a:off x="9382551" y="34554"/>
            <a:ext cx="2781077" cy="395369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1038784-4546-C4B5-CF1A-72D8232A42F1}"/>
              </a:ext>
            </a:extLst>
          </p:cNvPr>
          <p:cNvSpPr txBox="1"/>
          <p:nvPr/>
        </p:nvSpPr>
        <p:spPr>
          <a:xfrm>
            <a:off x="5631260" y="3477174"/>
            <a:ext cx="340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Resource scheduling &amp; </a:t>
            </a:r>
          </a:p>
          <a:p>
            <a:pPr algn="ctr"/>
            <a:r>
              <a:rPr lang="en-US" sz="1400" b="1" dirty="0">
                <a:solidFill>
                  <a:schemeClr val="accent1"/>
                </a:solidFill>
              </a:rPr>
              <a:t>work distribution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C1272B7-D049-CAF3-4003-6532B137955F}"/>
              </a:ext>
            </a:extLst>
          </p:cNvPr>
          <p:cNvGrpSpPr/>
          <p:nvPr/>
        </p:nvGrpSpPr>
        <p:grpSpPr>
          <a:xfrm>
            <a:off x="2523424" y="34554"/>
            <a:ext cx="2771430" cy="5111982"/>
            <a:chOff x="2523424" y="1048261"/>
            <a:chExt cx="2771430" cy="5111982"/>
          </a:xfrm>
        </p:grpSpPr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0F09278E-6308-95B2-FC74-9CE5954C5D9F}"/>
                </a:ext>
              </a:extLst>
            </p:cNvPr>
            <p:cNvSpPr/>
            <p:nvPr/>
          </p:nvSpPr>
          <p:spPr>
            <a:xfrm>
              <a:off x="2523424" y="2921411"/>
              <a:ext cx="276387" cy="207391"/>
            </a:xfrm>
            <a:prstGeom prst="rightArrow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45AD5F6-4B80-E765-BB02-91062112A7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198" y="1176977"/>
              <a:ext cx="362018" cy="365760"/>
            </a:xfrm>
            <a:prstGeom prst="ellipse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32FAC7A-6ED1-565B-A027-B8379AC015E7}"/>
                </a:ext>
              </a:extLst>
            </p:cNvPr>
            <p:cNvSpPr/>
            <p:nvPr/>
          </p:nvSpPr>
          <p:spPr>
            <a:xfrm>
              <a:off x="2829816" y="1048261"/>
              <a:ext cx="2465038" cy="3953692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90530C7-C972-2527-7406-CFC7BBE2B1B6}"/>
                </a:ext>
              </a:extLst>
            </p:cNvPr>
            <p:cNvSpPr txBox="1"/>
            <p:nvPr/>
          </p:nvSpPr>
          <p:spPr>
            <a:xfrm>
              <a:off x="2829816" y="1048261"/>
              <a:ext cx="2465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1"/>
                  </a:solidFill>
                </a:rPr>
                <a:t>Config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5F7A9BD-4F10-6C62-727E-0B1E812DEE3E}"/>
                </a:ext>
              </a:extLst>
            </p:cNvPr>
            <p:cNvSpPr txBox="1"/>
            <p:nvPr/>
          </p:nvSpPr>
          <p:spPr>
            <a:xfrm>
              <a:off x="2829816" y="1369273"/>
              <a:ext cx="2465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YAML Parser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4EE0E02-06B3-AD51-578A-7C223449663A}"/>
                </a:ext>
              </a:extLst>
            </p:cNvPr>
            <p:cNvSpPr txBox="1"/>
            <p:nvPr/>
          </p:nvSpPr>
          <p:spPr>
            <a:xfrm>
              <a:off x="2829816" y="4476207"/>
              <a:ext cx="2465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 Pipeline &amp; </a:t>
              </a:r>
            </a:p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stage configuration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FB4DB75-6488-348E-8574-DA785C865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17186" y="1640667"/>
              <a:ext cx="2123681" cy="2774033"/>
            </a:xfrm>
            <a:prstGeom prst="rect">
              <a:avLst/>
            </a:prstGeom>
          </p:spPr>
        </p:pic>
        <p:pic>
          <p:nvPicPr>
            <p:cNvPr id="56" name="Picture 55" descr="File:Gear-icon-transparent-background.png">
              <a:extLst>
                <a:ext uri="{FF2B5EF4-FFF2-40B4-BE49-F238E27FC236}">
                  <a16:creationId xmlns:a16="http://schemas.microsoft.com/office/drawing/2014/main" id="{8BFBC58D-A408-1F10-07E1-8B6BF80BE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31072" y="4496745"/>
              <a:ext cx="502920" cy="502920"/>
            </a:xfrm>
            <a:prstGeom prst="rect">
              <a:avLst/>
            </a:prstGeom>
          </p:spPr>
        </p:pic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A731F2B0-BD5E-6DA7-C518-372D2800F9C2}"/>
                </a:ext>
              </a:extLst>
            </p:cNvPr>
            <p:cNvSpPr txBox="1"/>
            <p:nvPr/>
          </p:nvSpPr>
          <p:spPr>
            <a:xfrm>
              <a:off x="3013013" y="5637023"/>
              <a:ext cx="1752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Provide configuration in YAML</a:t>
              </a:r>
            </a:p>
          </p:txBody>
        </p:sp>
      </p:grpSp>
      <p:sp>
        <p:nvSpPr>
          <p:cNvPr id="65" name="Right Arrow 64">
            <a:extLst>
              <a:ext uri="{FF2B5EF4-FFF2-40B4-BE49-F238E27FC236}">
                <a16:creationId xmlns:a16="http://schemas.microsoft.com/office/drawing/2014/main" id="{87BC8F04-AEFD-A88D-A9BE-2A584965AE0E}"/>
              </a:ext>
            </a:extLst>
          </p:cNvPr>
          <p:cNvSpPr/>
          <p:nvPr/>
        </p:nvSpPr>
        <p:spPr>
          <a:xfrm>
            <a:off x="9076159" y="1907713"/>
            <a:ext cx="276387" cy="207391"/>
          </a:xfrm>
          <a:prstGeom prst="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B56BF3-DFE0-8249-253D-1DF352E5657E}"/>
              </a:ext>
            </a:extLst>
          </p:cNvPr>
          <p:cNvSpPr txBox="1"/>
          <p:nvPr/>
        </p:nvSpPr>
        <p:spPr>
          <a:xfrm>
            <a:off x="9382551" y="34554"/>
            <a:ext cx="2781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Observability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FCF3A7-8EE9-67E8-E8A8-0204EC24F833}"/>
              </a:ext>
            </a:extLst>
          </p:cNvPr>
          <p:cNvSpPr txBox="1"/>
          <p:nvPr/>
        </p:nvSpPr>
        <p:spPr>
          <a:xfrm>
            <a:off x="9382551" y="355575"/>
            <a:ext cx="2781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Metrics &amp; Reporting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4094A11-3AA9-1974-C1B2-EFC03916FF20}"/>
              </a:ext>
            </a:extLst>
          </p:cNvPr>
          <p:cNvSpPr>
            <a:spLocks noChangeAspect="1"/>
          </p:cNvSpPr>
          <p:nvPr/>
        </p:nvSpPr>
        <p:spPr>
          <a:xfrm>
            <a:off x="9502313" y="160423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B7C8D00-7BB1-841E-F86B-2FE2A808029E}"/>
              </a:ext>
            </a:extLst>
          </p:cNvPr>
          <p:cNvSpPr txBox="1"/>
          <p:nvPr/>
        </p:nvSpPr>
        <p:spPr>
          <a:xfrm>
            <a:off x="9382543" y="3463533"/>
            <a:ext cx="2781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 Export metrics </a:t>
            </a:r>
          </a:p>
          <a:p>
            <a:pPr algn="ctr"/>
            <a:r>
              <a:rPr lang="en-US" sz="1400" b="1" dirty="0">
                <a:solidFill>
                  <a:schemeClr val="accent1"/>
                </a:solidFill>
              </a:rPr>
              <a:t>in JSON / CSV / memory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60CEA1BA-C6C0-7C5F-F415-25B76D99F9B7}"/>
              </a:ext>
            </a:extLst>
          </p:cNvPr>
          <p:cNvSpPr/>
          <p:nvPr/>
        </p:nvSpPr>
        <p:spPr>
          <a:xfrm>
            <a:off x="9461659" y="858384"/>
            <a:ext cx="2618602" cy="1355428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B94D1EF-7878-0000-E890-99661F96D828}"/>
              </a:ext>
            </a:extLst>
          </p:cNvPr>
          <p:cNvSpPr txBox="1"/>
          <p:nvPr/>
        </p:nvSpPr>
        <p:spPr>
          <a:xfrm>
            <a:off x="9461668" y="859434"/>
            <a:ext cx="261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Collected Metrics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666868ED-12FC-1604-C3D1-0CA866F8D829}"/>
              </a:ext>
            </a:extLst>
          </p:cNvPr>
          <p:cNvSpPr/>
          <p:nvPr/>
        </p:nvSpPr>
        <p:spPr>
          <a:xfrm>
            <a:off x="9461659" y="2256398"/>
            <a:ext cx="2618602" cy="1112356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91B5976-E2FA-DFC8-3B92-A2CB7CD26591}"/>
              </a:ext>
            </a:extLst>
          </p:cNvPr>
          <p:cNvSpPr txBox="1"/>
          <p:nvPr/>
        </p:nvSpPr>
        <p:spPr>
          <a:xfrm>
            <a:off x="9478667" y="2266734"/>
            <a:ext cx="261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Report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8068421-1DEE-B3A9-AEF4-C7BFA05C8CD9}"/>
              </a:ext>
            </a:extLst>
          </p:cNvPr>
          <p:cNvSpPr txBox="1"/>
          <p:nvPr/>
        </p:nvSpPr>
        <p:spPr>
          <a:xfrm>
            <a:off x="9799482" y="1107556"/>
            <a:ext cx="2280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End-to-end latency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C0B909B-96FD-6CA5-7DC7-E566DD2389A1}"/>
              </a:ext>
            </a:extLst>
          </p:cNvPr>
          <p:cNvSpPr txBox="1"/>
          <p:nvPr/>
        </p:nvSpPr>
        <p:spPr>
          <a:xfrm>
            <a:off x="9799482" y="1354201"/>
            <a:ext cx="2280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Throughput (events/s)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E6F4819-698C-0241-826A-76F048526221}"/>
              </a:ext>
            </a:extLst>
          </p:cNvPr>
          <p:cNvSpPr txBox="1"/>
          <p:nvPr/>
        </p:nvSpPr>
        <p:spPr>
          <a:xfrm>
            <a:off x="9811890" y="1607593"/>
            <a:ext cx="2280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GPU utilization (%)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183D2B9-8BC5-EDB2-BE88-C028D18463AF}"/>
              </a:ext>
            </a:extLst>
          </p:cNvPr>
          <p:cNvSpPr txBox="1"/>
          <p:nvPr/>
        </p:nvSpPr>
        <p:spPr>
          <a:xfrm>
            <a:off x="9799482" y="1845712"/>
            <a:ext cx="2280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Transport overhead (s)</a:t>
            </a:r>
          </a:p>
        </p:txBody>
      </p:sp>
      <p:pic>
        <p:nvPicPr>
          <p:cNvPr id="160" name="Graphic 159" descr="Stopwatch outline">
            <a:extLst>
              <a:ext uri="{FF2B5EF4-FFF2-40B4-BE49-F238E27FC236}">
                <a16:creationId xmlns:a16="http://schemas.microsoft.com/office/drawing/2014/main" id="{1AF46517-3FAA-91E3-E0C1-5F125A60C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6162" y="1103361"/>
            <a:ext cx="292608" cy="292608"/>
          </a:xfrm>
          <a:prstGeom prst="rect">
            <a:avLst/>
          </a:prstGeom>
        </p:spPr>
      </p:pic>
      <p:pic>
        <p:nvPicPr>
          <p:cNvPr id="164" name="Graphic 163" descr="Gauge outline">
            <a:extLst>
              <a:ext uri="{FF2B5EF4-FFF2-40B4-BE49-F238E27FC236}">
                <a16:creationId xmlns:a16="http://schemas.microsoft.com/office/drawing/2014/main" id="{580B60C6-DF98-0AC4-8BAB-16D823CC8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51961" y="1316933"/>
            <a:ext cx="292608" cy="292608"/>
          </a:xfrm>
          <a:prstGeom prst="rect">
            <a:avLst/>
          </a:prstGeom>
        </p:spPr>
      </p:pic>
      <p:pic>
        <p:nvPicPr>
          <p:cNvPr id="166" name="Graphic 165" descr="Processor outline">
            <a:extLst>
              <a:ext uri="{FF2B5EF4-FFF2-40B4-BE49-F238E27FC236}">
                <a16:creationId xmlns:a16="http://schemas.microsoft.com/office/drawing/2014/main" id="{41ED7BB2-D708-55B6-1C47-DE648C7D1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0246" y="1599779"/>
            <a:ext cx="292608" cy="292608"/>
          </a:xfrm>
          <a:prstGeom prst="rect">
            <a:avLst/>
          </a:prstGeom>
        </p:spPr>
      </p:pic>
      <p:pic>
        <p:nvPicPr>
          <p:cNvPr id="170" name="Graphic 169" descr="Transfer with solid fill">
            <a:extLst>
              <a:ext uri="{FF2B5EF4-FFF2-40B4-BE49-F238E27FC236}">
                <a16:creationId xmlns:a16="http://schemas.microsoft.com/office/drawing/2014/main" id="{73042250-F505-978C-63E3-CB9D45616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69820" y="1854229"/>
            <a:ext cx="292608" cy="292608"/>
          </a:xfrm>
          <a:prstGeom prst="rect">
            <a:avLst/>
          </a:prstGeom>
        </p:spPr>
      </p:pic>
      <p:pic>
        <p:nvPicPr>
          <p:cNvPr id="172" name="Graphic 171" descr="Document with solid fill">
            <a:extLst>
              <a:ext uri="{FF2B5EF4-FFF2-40B4-BE49-F238E27FC236}">
                <a16:creationId xmlns:a16="http://schemas.microsoft.com/office/drawing/2014/main" id="{1661778F-0DC8-38EA-D5A0-D579D5F2A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87115" y="2584829"/>
            <a:ext cx="640080" cy="640080"/>
          </a:xfrm>
          <a:prstGeom prst="rect">
            <a:avLst/>
          </a:prstGeom>
        </p:spPr>
      </p:pic>
      <p:pic>
        <p:nvPicPr>
          <p:cNvPr id="174" name="Graphic 173" descr="Bar graph with upward trend with solid fill">
            <a:extLst>
              <a:ext uri="{FF2B5EF4-FFF2-40B4-BE49-F238E27FC236}">
                <a16:creationId xmlns:a16="http://schemas.microsoft.com/office/drawing/2014/main" id="{835CB394-300F-FEC5-9611-39149E641F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44480" y="2618229"/>
            <a:ext cx="640080" cy="640080"/>
          </a:xfrm>
          <a:prstGeom prst="rect">
            <a:avLst/>
          </a:prstGeom>
        </p:spPr>
      </p:pic>
      <p:pic>
        <p:nvPicPr>
          <p:cNvPr id="176" name="Graphic 175" descr="Database with solid fill">
            <a:extLst>
              <a:ext uri="{FF2B5EF4-FFF2-40B4-BE49-F238E27FC236}">
                <a16:creationId xmlns:a16="http://schemas.microsoft.com/office/drawing/2014/main" id="{A28ECEFC-219B-6EB3-4D05-8BDB2A0C2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67918" y="2595954"/>
            <a:ext cx="640080" cy="640080"/>
          </a:xfrm>
          <a:prstGeom prst="rect">
            <a:avLst/>
          </a:prstGeom>
        </p:spPr>
      </p:pic>
      <p:pic>
        <p:nvPicPr>
          <p:cNvPr id="180" name="Graphic 179" descr="Download with solid fill">
            <a:extLst>
              <a:ext uri="{FF2B5EF4-FFF2-40B4-BE49-F238E27FC236}">
                <a16:creationId xmlns:a16="http://schemas.microsoft.com/office/drawing/2014/main" id="{63B35EA4-3046-FABA-0F5B-9F312EF79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381297" y="3486367"/>
            <a:ext cx="502920" cy="502920"/>
          </a:xfrm>
          <a:prstGeom prst="rect">
            <a:avLst/>
          </a:prstGeom>
        </p:spPr>
      </p:pic>
      <p:sp>
        <p:nvSpPr>
          <p:cNvPr id="191" name="Oval 190">
            <a:extLst>
              <a:ext uri="{FF2B5EF4-FFF2-40B4-BE49-F238E27FC236}">
                <a16:creationId xmlns:a16="http://schemas.microsoft.com/office/drawing/2014/main" id="{019A4C8E-2BFD-2FEA-3B31-55B3C8DAB59E}"/>
              </a:ext>
            </a:extLst>
          </p:cNvPr>
          <p:cNvSpPr>
            <a:spLocks noChangeAspect="1"/>
          </p:cNvSpPr>
          <p:nvPr/>
        </p:nvSpPr>
        <p:spPr>
          <a:xfrm>
            <a:off x="7212046" y="4697876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434A9BF-923C-DF6C-F727-BA58142EE57E}"/>
              </a:ext>
            </a:extLst>
          </p:cNvPr>
          <p:cNvSpPr txBox="1"/>
          <p:nvPr/>
        </p:nvSpPr>
        <p:spPr>
          <a:xfrm>
            <a:off x="7543440" y="4622222"/>
            <a:ext cx="1518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Collect &amp; report runtime metrics</a:t>
            </a:r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289DA4A1-352B-51E9-2000-D3E7C732A1E8}"/>
              </a:ext>
            </a:extLst>
          </p:cNvPr>
          <p:cNvCxnSpPr>
            <a:stCxn id="143" idx="2"/>
            <a:endCxn id="15" idx="2"/>
          </p:cNvCxnSpPr>
          <p:nvPr/>
        </p:nvCxnSpPr>
        <p:spPr>
          <a:xfrm rot="5400000" flipH="1">
            <a:off x="6013823" y="-772509"/>
            <a:ext cx="6345" cy="9512181"/>
          </a:xfrm>
          <a:prstGeom prst="bentConnector3">
            <a:avLst>
              <a:gd name="adj1" fmla="val -3602837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A34F9C0B-85AF-5486-5CD4-FB380CC93266}"/>
              </a:ext>
            </a:extLst>
          </p:cNvPr>
          <p:cNvSpPr txBox="1"/>
          <p:nvPr/>
        </p:nvSpPr>
        <p:spPr>
          <a:xfrm>
            <a:off x="1260905" y="4209093"/>
            <a:ext cx="9512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Feedback for monitoring &amp; adaptive optimization</a:t>
            </a:r>
          </a:p>
        </p:txBody>
      </p:sp>
      <p:pic>
        <p:nvPicPr>
          <p:cNvPr id="198" name="Graphic 197" descr="Arrow circle with solid fill">
            <a:extLst>
              <a:ext uri="{FF2B5EF4-FFF2-40B4-BE49-F238E27FC236}">
                <a16:creationId xmlns:a16="http://schemas.microsoft.com/office/drawing/2014/main" id="{A051EE3B-EAB8-43A7-37F5-4276FEA0DA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90906" y="4537779"/>
            <a:ext cx="685800" cy="685800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DB193D7D-17AE-8A5D-8E46-B5807A370300}"/>
              </a:ext>
            </a:extLst>
          </p:cNvPr>
          <p:cNvSpPr txBox="1"/>
          <p:nvPr/>
        </p:nvSpPr>
        <p:spPr>
          <a:xfrm>
            <a:off x="9957448" y="4622222"/>
            <a:ext cx="1518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Closed-loop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for optimization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2B6C5E61-77B4-BEBA-B168-8E92033DA967}"/>
              </a:ext>
            </a:extLst>
          </p:cNvPr>
          <p:cNvSpPr/>
          <p:nvPr/>
        </p:nvSpPr>
        <p:spPr>
          <a:xfrm>
            <a:off x="5324868" y="1907713"/>
            <a:ext cx="276387" cy="207391"/>
          </a:xfrm>
          <a:prstGeom prst="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9968EE-284F-692B-8956-6954823CFA40}"/>
              </a:ext>
            </a:extLst>
          </p:cNvPr>
          <p:cNvSpPr/>
          <p:nvPr/>
        </p:nvSpPr>
        <p:spPr>
          <a:xfrm>
            <a:off x="5633941" y="34554"/>
            <a:ext cx="3409514" cy="395369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8E69B6-B48A-201D-58E0-1398F7BA2BB6}"/>
              </a:ext>
            </a:extLst>
          </p:cNvPr>
          <p:cNvSpPr txBox="1"/>
          <p:nvPr/>
        </p:nvSpPr>
        <p:spPr>
          <a:xfrm>
            <a:off x="5633941" y="34554"/>
            <a:ext cx="3409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Execute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2E9AB1-B773-FFB9-38A2-0DEA146E78EC}"/>
              </a:ext>
            </a:extLst>
          </p:cNvPr>
          <p:cNvSpPr txBox="1"/>
          <p:nvPr/>
        </p:nvSpPr>
        <p:spPr>
          <a:xfrm>
            <a:off x="5633941" y="355575"/>
            <a:ext cx="3409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Drava Runtime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C9CBECC-F9B9-939C-DA69-7467709C43F2}"/>
              </a:ext>
            </a:extLst>
          </p:cNvPr>
          <p:cNvSpPr>
            <a:spLocks noChangeAspect="1"/>
          </p:cNvSpPr>
          <p:nvPr/>
        </p:nvSpPr>
        <p:spPr>
          <a:xfrm>
            <a:off x="5755323" y="171757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D87DB8A-47BB-1006-B1BD-2F2D2FE7A7E3}"/>
              </a:ext>
            </a:extLst>
          </p:cNvPr>
          <p:cNvSpPr/>
          <p:nvPr/>
        </p:nvSpPr>
        <p:spPr>
          <a:xfrm>
            <a:off x="5692778" y="1476957"/>
            <a:ext cx="3300984" cy="736863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11024D-5C53-150E-7339-03073661550A}"/>
              </a:ext>
            </a:extLst>
          </p:cNvPr>
          <p:cNvSpPr txBox="1"/>
          <p:nvPr/>
        </p:nvSpPr>
        <p:spPr>
          <a:xfrm>
            <a:off x="5683213" y="1481176"/>
            <a:ext cx="3300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Work-Stealing Scheduler (XKRT)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6870D46-DD92-F573-EC48-FABEE04F13AE}"/>
              </a:ext>
            </a:extLst>
          </p:cNvPr>
          <p:cNvSpPr/>
          <p:nvPr/>
        </p:nvSpPr>
        <p:spPr>
          <a:xfrm>
            <a:off x="5692778" y="2256398"/>
            <a:ext cx="3300984" cy="1112356"/>
          </a:xfrm>
          <a:prstGeom prst="roundRect">
            <a:avLst/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5BA4B46-295A-2375-D4C3-34D6DCD15171}"/>
              </a:ext>
            </a:extLst>
          </p:cNvPr>
          <p:cNvSpPr txBox="1"/>
          <p:nvPr/>
        </p:nvSpPr>
        <p:spPr>
          <a:xfrm>
            <a:off x="7986132" y="1136833"/>
            <a:ext cx="1029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Events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CF11E94-C4DA-3009-3993-AD6425B54208}"/>
              </a:ext>
            </a:extLst>
          </p:cNvPr>
          <p:cNvSpPr/>
          <p:nvPr/>
        </p:nvSpPr>
        <p:spPr>
          <a:xfrm>
            <a:off x="5775004" y="1793162"/>
            <a:ext cx="820788" cy="3523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 0 </a:t>
            </a:r>
          </a:p>
          <a:p>
            <a:pPr algn="ctr"/>
            <a:r>
              <a:rPr lang="en-US" sz="1200" dirty="0"/>
              <a:t>GPU 0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37D02D05-EE01-D017-4EA0-7518EDE5EBE3}"/>
              </a:ext>
            </a:extLst>
          </p:cNvPr>
          <p:cNvSpPr/>
          <p:nvPr/>
        </p:nvSpPr>
        <p:spPr>
          <a:xfrm>
            <a:off x="6905283" y="1791512"/>
            <a:ext cx="820788" cy="3523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 1 </a:t>
            </a:r>
          </a:p>
          <a:p>
            <a:pPr algn="ctr"/>
            <a:r>
              <a:rPr lang="en-US" sz="1200" dirty="0"/>
              <a:t>GPU 1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54D215B-801B-D037-A401-A44D0914751B}"/>
              </a:ext>
            </a:extLst>
          </p:cNvPr>
          <p:cNvSpPr/>
          <p:nvPr/>
        </p:nvSpPr>
        <p:spPr>
          <a:xfrm>
            <a:off x="8025356" y="1784404"/>
            <a:ext cx="820788" cy="35238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Worker 2 </a:t>
            </a:r>
          </a:p>
          <a:p>
            <a:pPr algn="ctr"/>
            <a:r>
              <a:rPr lang="en-US" sz="1200" dirty="0"/>
              <a:t>GPU 2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6968EA9-5271-C014-BF25-22B3B0589125}"/>
              </a:ext>
            </a:extLst>
          </p:cNvPr>
          <p:cNvCxnSpPr>
            <a:stCxn id="93" idx="3"/>
            <a:endCxn id="94" idx="1"/>
          </p:cNvCxnSpPr>
          <p:nvPr/>
        </p:nvCxnSpPr>
        <p:spPr>
          <a:xfrm flipV="1">
            <a:off x="6595801" y="1967702"/>
            <a:ext cx="309491" cy="1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1E4C1D3-1E4B-69C1-555E-A66960613C76}"/>
              </a:ext>
            </a:extLst>
          </p:cNvPr>
          <p:cNvCxnSpPr>
            <a:stCxn id="94" idx="3"/>
            <a:endCxn id="95" idx="1"/>
          </p:cNvCxnSpPr>
          <p:nvPr/>
        </p:nvCxnSpPr>
        <p:spPr>
          <a:xfrm flipV="1">
            <a:off x="7726080" y="1960594"/>
            <a:ext cx="299285" cy="71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CDED605-F9BC-60C8-BAE0-E89DFC421CF3}"/>
              </a:ext>
            </a:extLst>
          </p:cNvPr>
          <p:cNvGrpSpPr/>
          <p:nvPr/>
        </p:nvGrpSpPr>
        <p:grpSpPr>
          <a:xfrm>
            <a:off x="5869758" y="2532435"/>
            <a:ext cx="2943095" cy="707110"/>
            <a:chOff x="5916884" y="3546142"/>
            <a:chExt cx="2943095" cy="707110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C53D0CE6-6E80-76B9-3320-FC97091451EF}"/>
                </a:ext>
              </a:extLst>
            </p:cNvPr>
            <p:cNvGrpSpPr/>
            <p:nvPr/>
          </p:nvGrpSpPr>
          <p:grpSpPr>
            <a:xfrm>
              <a:off x="5916884" y="3552476"/>
              <a:ext cx="678908" cy="700673"/>
              <a:chOff x="5916884" y="3552476"/>
              <a:chExt cx="678908" cy="700673"/>
            </a:xfrm>
          </p:grpSpPr>
          <p:sp>
            <p:nvSpPr>
              <p:cNvPr id="114" name="Rounded Rectangle 113">
                <a:extLst>
                  <a:ext uri="{FF2B5EF4-FFF2-40B4-BE49-F238E27FC236}">
                    <a16:creationId xmlns:a16="http://schemas.microsoft.com/office/drawing/2014/main" id="{5DB3D907-E771-0150-35A8-480ED7FFCD98}"/>
                  </a:ext>
                </a:extLst>
              </p:cNvPr>
              <p:cNvSpPr/>
              <p:nvPr/>
            </p:nvSpPr>
            <p:spPr>
              <a:xfrm>
                <a:off x="5916884" y="3598536"/>
                <a:ext cx="678908" cy="609385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8CD7E54-9B27-C2E6-121D-4E0482D7AF87}"/>
                  </a:ext>
                </a:extLst>
              </p:cNvPr>
              <p:cNvSpPr txBox="1"/>
              <p:nvPr/>
            </p:nvSpPr>
            <p:spPr>
              <a:xfrm>
                <a:off x="5916884" y="3552476"/>
                <a:ext cx="678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GPU 0</a:t>
                </a:r>
              </a:p>
            </p:txBody>
          </p:sp>
          <p:pic>
            <p:nvPicPr>
              <p:cNvPr id="116" name="Picture 63" descr="Processor with solid fill">
                <a:extLst>
                  <a:ext uri="{FF2B5EF4-FFF2-40B4-BE49-F238E27FC236}">
                    <a16:creationId xmlns:a16="http://schemas.microsoft.com/office/drawing/2014/main" id="{D4795762-83CC-964C-4F7C-FD82DEEC0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5995547" y="3731567"/>
                <a:ext cx="521582" cy="521582"/>
              </a:xfrm>
              <a:prstGeom prst="rect">
                <a:avLst/>
              </a:prstGeom>
            </p:spPr>
          </p:pic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43F8A27-DC4F-F9BB-0DED-5FEB332A5959}"/>
                </a:ext>
              </a:extLst>
            </p:cNvPr>
            <p:cNvGrpSpPr/>
            <p:nvPr/>
          </p:nvGrpSpPr>
          <p:grpSpPr>
            <a:xfrm>
              <a:off x="6674455" y="3552579"/>
              <a:ext cx="678908" cy="700673"/>
              <a:chOff x="5916884" y="3552476"/>
              <a:chExt cx="678908" cy="700673"/>
            </a:xfrm>
          </p:grpSpPr>
          <p:sp>
            <p:nvSpPr>
              <p:cNvPr id="119" name="Rounded Rectangle 118">
                <a:extLst>
                  <a:ext uri="{FF2B5EF4-FFF2-40B4-BE49-F238E27FC236}">
                    <a16:creationId xmlns:a16="http://schemas.microsoft.com/office/drawing/2014/main" id="{4D03FDB4-AC8E-23CF-2FC1-3B86EBCE1852}"/>
                  </a:ext>
                </a:extLst>
              </p:cNvPr>
              <p:cNvSpPr/>
              <p:nvPr/>
            </p:nvSpPr>
            <p:spPr>
              <a:xfrm>
                <a:off x="5916884" y="3598536"/>
                <a:ext cx="678908" cy="609385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16C6D6C-EFA6-4E07-3DEA-8D6DE5925FF0}"/>
                  </a:ext>
                </a:extLst>
              </p:cNvPr>
              <p:cNvSpPr txBox="1"/>
              <p:nvPr/>
            </p:nvSpPr>
            <p:spPr>
              <a:xfrm>
                <a:off x="5916884" y="3552476"/>
                <a:ext cx="678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GPU 1</a:t>
                </a:r>
              </a:p>
            </p:txBody>
          </p:sp>
          <p:pic>
            <p:nvPicPr>
              <p:cNvPr id="121" name="Picture 63" descr="Processor with solid fill">
                <a:extLst>
                  <a:ext uri="{FF2B5EF4-FFF2-40B4-BE49-F238E27FC236}">
                    <a16:creationId xmlns:a16="http://schemas.microsoft.com/office/drawing/2014/main" id="{2A8E93F4-26F1-825C-5A99-E49C80DD4A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5995547" y="3731567"/>
                <a:ext cx="521582" cy="521582"/>
              </a:xfrm>
              <a:prstGeom prst="rect">
                <a:avLst/>
              </a:prstGeom>
            </p:spPr>
          </p:pic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34392A7-24FB-2E34-D00E-0C95284877F9}"/>
                </a:ext>
              </a:extLst>
            </p:cNvPr>
            <p:cNvGrpSpPr/>
            <p:nvPr/>
          </p:nvGrpSpPr>
          <p:grpSpPr>
            <a:xfrm>
              <a:off x="8181071" y="3552579"/>
              <a:ext cx="678908" cy="700673"/>
              <a:chOff x="5916884" y="3552476"/>
              <a:chExt cx="678908" cy="700673"/>
            </a:xfrm>
          </p:grpSpPr>
          <p:sp>
            <p:nvSpPr>
              <p:cNvPr id="123" name="Rounded Rectangle 122">
                <a:extLst>
                  <a:ext uri="{FF2B5EF4-FFF2-40B4-BE49-F238E27FC236}">
                    <a16:creationId xmlns:a16="http://schemas.microsoft.com/office/drawing/2014/main" id="{4F403255-77C5-DFE5-9CC0-2E6D17037627}"/>
                  </a:ext>
                </a:extLst>
              </p:cNvPr>
              <p:cNvSpPr/>
              <p:nvPr/>
            </p:nvSpPr>
            <p:spPr>
              <a:xfrm>
                <a:off x="5916884" y="3598536"/>
                <a:ext cx="678908" cy="609385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97E82E7-5FCB-1DDC-6EF8-A332C9A046C1}"/>
                  </a:ext>
                </a:extLst>
              </p:cNvPr>
              <p:cNvSpPr txBox="1"/>
              <p:nvPr/>
            </p:nvSpPr>
            <p:spPr>
              <a:xfrm>
                <a:off x="5916884" y="3552476"/>
                <a:ext cx="678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GPU 3</a:t>
                </a:r>
              </a:p>
            </p:txBody>
          </p:sp>
          <p:pic>
            <p:nvPicPr>
              <p:cNvPr id="125" name="Picture 63" descr="Processor with solid fill">
                <a:extLst>
                  <a:ext uri="{FF2B5EF4-FFF2-40B4-BE49-F238E27FC236}">
                    <a16:creationId xmlns:a16="http://schemas.microsoft.com/office/drawing/2014/main" id="{4FD823F1-B8CF-BB72-CC5F-7BDAE51D1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5995547" y="3731567"/>
                <a:ext cx="521582" cy="521582"/>
              </a:xfrm>
              <a:prstGeom prst="rect">
                <a:avLst/>
              </a:prstGeom>
            </p:spPr>
          </p:pic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0C896E7-941F-F9BF-75DF-16D5A0D9D85F}"/>
                </a:ext>
              </a:extLst>
            </p:cNvPr>
            <p:cNvGrpSpPr/>
            <p:nvPr/>
          </p:nvGrpSpPr>
          <p:grpSpPr>
            <a:xfrm>
              <a:off x="7427763" y="3546142"/>
              <a:ext cx="678908" cy="700673"/>
              <a:chOff x="5916884" y="3552476"/>
              <a:chExt cx="678908" cy="700673"/>
            </a:xfrm>
          </p:grpSpPr>
          <p:sp>
            <p:nvSpPr>
              <p:cNvPr id="127" name="Rounded Rectangle 126">
                <a:extLst>
                  <a:ext uri="{FF2B5EF4-FFF2-40B4-BE49-F238E27FC236}">
                    <a16:creationId xmlns:a16="http://schemas.microsoft.com/office/drawing/2014/main" id="{536E08B3-F86C-905E-808F-2594AECF9F0D}"/>
                  </a:ext>
                </a:extLst>
              </p:cNvPr>
              <p:cNvSpPr/>
              <p:nvPr/>
            </p:nvSpPr>
            <p:spPr>
              <a:xfrm>
                <a:off x="5916884" y="3598536"/>
                <a:ext cx="678908" cy="609385"/>
              </a:xfrm>
              <a:prstGeom prst="round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9B00F9D7-769C-331D-9736-92D06806770E}"/>
                  </a:ext>
                </a:extLst>
              </p:cNvPr>
              <p:cNvSpPr txBox="1"/>
              <p:nvPr/>
            </p:nvSpPr>
            <p:spPr>
              <a:xfrm>
                <a:off x="5916884" y="3552476"/>
                <a:ext cx="6789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GPU 2</a:t>
                </a:r>
              </a:p>
            </p:txBody>
          </p:sp>
          <p:pic>
            <p:nvPicPr>
              <p:cNvPr id="129" name="Picture 63" descr="Processor with solid fill">
                <a:extLst>
                  <a:ext uri="{FF2B5EF4-FFF2-40B4-BE49-F238E27FC236}">
                    <a16:creationId xmlns:a16="http://schemas.microsoft.com/office/drawing/2014/main" id="{E296A064-C823-1381-2366-383148111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5995547" y="3731567"/>
                <a:ext cx="521582" cy="521582"/>
              </a:xfrm>
              <a:prstGeom prst="rect">
                <a:avLst/>
              </a:prstGeom>
            </p:spPr>
          </p:pic>
        </p:grpSp>
      </p:grpSp>
      <p:pic>
        <p:nvPicPr>
          <p:cNvPr id="178" name="Graphic 177" descr="Blockchain with solid fill">
            <a:extLst>
              <a:ext uri="{FF2B5EF4-FFF2-40B4-BE49-F238E27FC236}">
                <a16:creationId xmlns:a16="http://schemas.microsoft.com/office/drawing/2014/main" id="{3DD8182E-1F54-13FA-24B0-039F98BF3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33325" y="3479617"/>
            <a:ext cx="502920" cy="502920"/>
          </a:xfrm>
          <a:prstGeom prst="rect">
            <a:avLst/>
          </a:prstGeom>
        </p:spPr>
      </p:pic>
      <p:sp>
        <p:nvSpPr>
          <p:cNvPr id="189" name="Oval 188">
            <a:extLst>
              <a:ext uri="{FF2B5EF4-FFF2-40B4-BE49-F238E27FC236}">
                <a16:creationId xmlns:a16="http://schemas.microsoft.com/office/drawing/2014/main" id="{3F4165F4-BB4F-E58C-1FA3-C6FDDE98AF9D}"/>
              </a:ext>
            </a:extLst>
          </p:cNvPr>
          <p:cNvSpPr>
            <a:spLocks noChangeAspect="1"/>
          </p:cNvSpPr>
          <p:nvPr/>
        </p:nvSpPr>
        <p:spPr>
          <a:xfrm>
            <a:off x="4780555" y="4693358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DCC4302-5A76-C029-108E-8C02DCB1427D}"/>
              </a:ext>
            </a:extLst>
          </p:cNvPr>
          <p:cNvSpPr txBox="1"/>
          <p:nvPr/>
        </p:nvSpPr>
        <p:spPr>
          <a:xfrm>
            <a:off x="5094981" y="4623316"/>
            <a:ext cx="2165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Drava executes tasks using XKRT across GPUS</a:t>
            </a: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FE63E0C-B91E-DF26-C663-9BB363E7EABE}"/>
              </a:ext>
            </a:extLst>
          </p:cNvPr>
          <p:cNvCxnSpPr/>
          <p:nvPr/>
        </p:nvCxnSpPr>
        <p:spPr>
          <a:xfrm>
            <a:off x="9141203" y="4650512"/>
            <a:ext cx="0" cy="53280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A37F236C-1082-E595-FA24-32ACED8F472C}"/>
              </a:ext>
            </a:extLst>
          </p:cNvPr>
          <p:cNvSpPr txBox="1"/>
          <p:nvPr/>
        </p:nvSpPr>
        <p:spPr>
          <a:xfrm>
            <a:off x="1154835" y="4631803"/>
            <a:ext cx="1518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Wire Drava API in application code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B9343BD3-9AC0-8F44-5D1F-46FAC8B95FE3}"/>
              </a:ext>
            </a:extLst>
          </p:cNvPr>
          <p:cNvSpPr>
            <a:spLocks noChangeAspect="1"/>
          </p:cNvSpPr>
          <p:nvPr/>
        </p:nvSpPr>
        <p:spPr>
          <a:xfrm>
            <a:off x="852525" y="4702046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EE11E75C-1AD5-0D71-3230-4CF1EBB16EFF}"/>
              </a:ext>
            </a:extLst>
          </p:cNvPr>
          <p:cNvSpPr>
            <a:spLocks noChangeAspect="1"/>
          </p:cNvSpPr>
          <p:nvPr/>
        </p:nvSpPr>
        <p:spPr>
          <a:xfrm>
            <a:off x="2673795" y="4702046"/>
            <a:ext cx="362018" cy="365760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38EB49F2-F9D6-6F7A-6A11-9E01C41C4281}"/>
              </a:ext>
            </a:extLst>
          </p:cNvPr>
          <p:cNvSpPr/>
          <p:nvPr/>
        </p:nvSpPr>
        <p:spPr>
          <a:xfrm>
            <a:off x="758279" y="4622231"/>
            <a:ext cx="10590045" cy="532801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38541CB-DC3E-CEBD-7D78-415CD8AFED5A}"/>
              </a:ext>
            </a:extLst>
          </p:cNvPr>
          <p:cNvSpPr txBox="1"/>
          <p:nvPr/>
        </p:nvSpPr>
        <p:spPr>
          <a:xfrm>
            <a:off x="5675789" y="2249258"/>
            <a:ext cx="3300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Multi-GPU Execution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2DFC592-E1E6-CC61-D2AA-078D4197EC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930" y="748166"/>
            <a:ext cx="274320" cy="2743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7697BDA-2C1A-2EF8-AA32-12E31D72E5A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99" y="820750"/>
            <a:ext cx="274320" cy="274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B05E47F-4CC9-136D-1EDF-4348C0168E2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364" y="841341"/>
            <a:ext cx="274320" cy="2743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D3EDB25-D258-2C79-814D-ABE2A216EC61}"/>
              </a:ext>
            </a:extLst>
          </p:cNvPr>
          <p:cNvSpPr txBox="1"/>
          <p:nvPr/>
        </p:nvSpPr>
        <p:spPr>
          <a:xfrm>
            <a:off x="7109036" y="1136833"/>
            <a:ext cx="737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Batching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24AE852-15E9-D3F7-6B4B-0E931056908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66452" y="698200"/>
            <a:ext cx="546214" cy="5462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ECA5DDD-331C-CB33-8F3F-FAF8935E723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81238" y="698200"/>
            <a:ext cx="546214" cy="546214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72EBC4A-D7B3-4D10-4D35-548590334A9D}"/>
              </a:ext>
            </a:extLst>
          </p:cNvPr>
          <p:cNvSpPr/>
          <p:nvPr/>
        </p:nvSpPr>
        <p:spPr>
          <a:xfrm>
            <a:off x="5692379" y="800934"/>
            <a:ext cx="1234267" cy="36576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880BB7A-8BEC-45A8-F6C9-2D6DC9C837F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704" y="841341"/>
            <a:ext cx="274320" cy="274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AE84F0E-D623-DC9A-2B45-889CAF8C26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44" y="841341"/>
            <a:ext cx="274320" cy="2743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544FC34-294C-21E6-B1DC-8DDF09A410F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384" y="841341"/>
            <a:ext cx="274320" cy="27432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4172D8B-AFBF-86B1-CB7A-EBC6274A6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227" y="898289"/>
            <a:ext cx="274320" cy="27432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D58F2AC-EF21-1041-DA87-01B127FD9660}"/>
              </a:ext>
            </a:extLst>
          </p:cNvPr>
          <p:cNvSpPr txBox="1"/>
          <p:nvPr/>
        </p:nvSpPr>
        <p:spPr>
          <a:xfrm>
            <a:off x="5977179" y="1136833"/>
            <a:ext cx="737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Frames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17DA8C-3668-4D57-4543-DE091B42B058}"/>
              </a:ext>
            </a:extLst>
          </p:cNvPr>
          <p:cNvCxnSpPr>
            <a:cxnSpLocks/>
          </p:cNvCxnSpPr>
          <p:nvPr/>
        </p:nvCxnSpPr>
        <p:spPr>
          <a:xfrm>
            <a:off x="6969387" y="957910"/>
            <a:ext cx="241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CF5D83F-CFD6-B151-A068-B82A0131700D}"/>
              </a:ext>
            </a:extLst>
          </p:cNvPr>
          <p:cNvCxnSpPr>
            <a:cxnSpLocks/>
          </p:cNvCxnSpPr>
          <p:nvPr/>
        </p:nvCxnSpPr>
        <p:spPr>
          <a:xfrm>
            <a:off x="7708579" y="964614"/>
            <a:ext cx="241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FBB86AAD-4E29-9A29-A59E-AF4B23B7D3A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05167" y="698200"/>
            <a:ext cx="546214" cy="54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5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New Scien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0436A"/>
      </a:accent1>
      <a:accent2>
        <a:srgbClr val="92DCE5"/>
      </a:accent2>
      <a:accent3>
        <a:srgbClr val="D64933"/>
      </a:accent3>
      <a:accent4>
        <a:srgbClr val="7C7C7C"/>
      </a:accent4>
      <a:accent5>
        <a:srgbClr val="EFCB68"/>
      </a:accent5>
      <a:accent6>
        <a:srgbClr val="70AD47"/>
      </a:accent6>
      <a:hlink>
        <a:srgbClr val="0563C1"/>
      </a:hlink>
      <a:folHlink>
        <a:srgbClr val="954F72"/>
      </a:folHlink>
    </a:clrScheme>
    <a:fontScheme name="SC new">
      <a:majorFont>
        <a:latin typeface="AvenirNext LT Pro Bold"/>
        <a:ea typeface=""/>
        <a:cs typeface=""/>
      </a:majorFont>
      <a:minorFont>
        <a:latin typeface="Avenir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C PowerPoint base template for staff.potx" id="{4612F961-56E9-4EB7-9A44-11671DE64C64}" vid="{D4CA479C-CAD5-4C1B-93CE-2627735869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5b85bf3-4c01-4b7f-901f-3c05eb9ef3e3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C7563A9674B342AC43EA03864D0025" ma:contentTypeVersion="6" ma:contentTypeDescription="Create a new document." ma:contentTypeScope="" ma:versionID="74de7e18ea1325f4f5c24d422c6c6fdf">
  <xsd:schema xmlns:xsd="http://www.w3.org/2001/XMLSchema" xmlns:xs="http://www.w3.org/2001/XMLSchema" xmlns:p="http://schemas.microsoft.com/office/2006/metadata/properties" xmlns:ns2="ec07e296-8242-4676-938f-747447311d14" xmlns:ns3="15b85bf3-4c01-4b7f-901f-3c05eb9ef3e3" targetNamespace="http://schemas.microsoft.com/office/2006/metadata/properties" ma:root="true" ma:fieldsID="65e6dff4eb67a01dc13f14d99a9f0dfb" ns2:_="" ns3:_="">
    <xsd:import namespace="ec07e296-8242-4676-938f-747447311d14"/>
    <xsd:import namespace="15b85bf3-4c01-4b7f-901f-3c05eb9ef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7e296-8242-4676-938f-747447311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85bf3-4c01-4b7f-901f-3c05eb9ef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803D6C-70B1-4170-B907-BB49BB3B8330}">
  <ds:schemaRefs>
    <ds:schemaRef ds:uri="15b85bf3-4c01-4b7f-901f-3c05eb9ef3e3"/>
    <ds:schemaRef ds:uri="1ab7e0e3-0a98-42e4-9b1a-7d2f79d16891"/>
    <ds:schemaRef ds:uri="48481ada-65cb-41c0-b415-b5691797f678"/>
    <ds:schemaRef ds:uri="681632a5-26a1-432c-b9c8-4042a6493079"/>
    <ds:schemaRef ds:uri="8ec7c1b8-8f36-4d16-a09a-702d1a7027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86EE026-6FA1-48B4-B71E-4D95302406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3B13AD-6E9F-4669-87E2-53AFA7405D7D}">
  <ds:schemaRefs>
    <ds:schemaRef ds:uri="15b85bf3-4c01-4b7f-901f-3c05eb9ef3e3"/>
    <ds:schemaRef ds:uri="ec07e296-8242-4676-938f-747447311d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DOE-SC 2025</Template>
  <TotalTime>3691</TotalTime>
  <Words>130</Words>
  <Application>Microsoft Macintosh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Avenir Next LT Pro</vt:lpstr>
      <vt:lpstr>AvenirNext LT Pro Bold</vt:lpstr>
      <vt:lpstr>AvenirNext LT Pro Regular</vt:lpstr>
      <vt:lpstr>Calibri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of Science Update</dc:title>
  <dc:creator>Kung, Harriet</dc:creator>
  <cp:lastModifiedBy>Shovon, Ahmedur Rahman</cp:lastModifiedBy>
  <cp:revision>38</cp:revision>
  <cp:lastPrinted>2025-03-31T16:03:27Z</cp:lastPrinted>
  <dcterms:created xsi:type="dcterms:W3CDTF">2020-04-15T21:20:35Z</dcterms:created>
  <dcterms:modified xsi:type="dcterms:W3CDTF">2026-06-02T14:41:06Z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0x010100F7C7563A9674B342AC43EA03864D0025</vt:lpwstr>
  </property>
  <property fmtid="{D5CDD505-2E9C-101B-9397-08002B2CF9AE}" pid="3" name="MediaServiceImageTags">
    <vt:lpwstr/>
  </property>
  <property fmtid="{D5CDD505-2E9C-101B-9397-08002B2CF9AE}" pid="4" name="Order">
    <vt:r8>394700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